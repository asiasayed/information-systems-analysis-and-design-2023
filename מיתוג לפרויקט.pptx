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FE474-BB18-4A6B-932E-912B16113FE2}" v="2" dt="2023-06-13T07:18:26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yedasia7@gmail.com" userId="19a02cc00a96fed7" providerId="LiveId" clId="{1E0FE474-BB18-4A6B-932E-912B16113FE2}"/>
    <pc:docChg chg="undo custSel modSld">
      <pc:chgData name="sayedasia7@gmail.com" userId="19a02cc00a96fed7" providerId="LiveId" clId="{1E0FE474-BB18-4A6B-932E-912B16113FE2}" dt="2023-06-14T16:42:04.180" v="14" actId="1076"/>
      <pc:docMkLst>
        <pc:docMk/>
      </pc:docMkLst>
      <pc:sldChg chg="addSp delSp modSp mod setBg">
        <pc:chgData name="sayedasia7@gmail.com" userId="19a02cc00a96fed7" providerId="LiveId" clId="{1E0FE474-BB18-4A6B-932E-912B16113FE2}" dt="2023-06-14T16:42:04.180" v="14" actId="1076"/>
        <pc:sldMkLst>
          <pc:docMk/>
          <pc:sldMk cId="3623287484" sldId="258"/>
        </pc:sldMkLst>
        <pc:spChg chg="mod ord">
          <ac:chgData name="sayedasia7@gmail.com" userId="19a02cc00a96fed7" providerId="LiveId" clId="{1E0FE474-BB18-4A6B-932E-912B16113FE2}" dt="2023-06-14T13:12:30.354" v="13" actId="26606"/>
          <ac:spMkLst>
            <pc:docMk/>
            <pc:sldMk cId="3623287484" sldId="258"/>
            <ac:spMk id="2" creationId="{50F59306-D374-4BDE-8AF2-4B8B1BC798D5}"/>
          </ac:spMkLst>
        </pc:spChg>
        <pc:spChg chg="add">
          <ac:chgData name="sayedasia7@gmail.com" userId="19a02cc00a96fed7" providerId="LiveId" clId="{1E0FE474-BB18-4A6B-932E-912B16113FE2}" dt="2023-06-14T13:12:30.354" v="13" actId="26606"/>
          <ac:spMkLst>
            <pc:docMk/>
            <pc:sldMk cId="3623287484" sldId="258"/>
            <ac:spMk id="7" creationId="{3B47FC9C-2ED3-4100-A4EF-E8CDFEE106C9}"/>
          </ac:spMkLst>
        </pc:spChg>
        <pc:spChg chg="add del">
          <ac:chgData name="sayedasia7@gmail.com" userId="19a02cc00a96fed7" providerId="LiveId" clId="{1E0FE474-BB18-4A6B-932E-912B16113FE2}" dt="2023-06-13T07:18:00.961" v="2" actId="26606"/>
          <ac:spMkLst>
            <pc:docMk/>
            <pc:sldMk cId="3623287484" sldId="258"/>
            <ac:spMk id="10" creationId="{3B47FC9C-2ED3-4100-A4EF-E8CDFEE106C9}"/>
          </ac:spMkLst>
        </pc:spChg>
        <pc:picChg chg="add mod">
          <ac:chgData name="sayedasia7@gmail.com" userId="19a02cc00a96fed7" providerId="LiveId" clId="{1E0FE474-BB18-4A6B-932E-912B16113FE2}" dt="2023-06-14T13:12:30.354" v="13" actId="26606"/>
          <ac:picMkLst>
            <pc:docMk/>
            <pc:sldMk cId="3623287484" sldId="258"/>
            <ac:picMk id="3" creationId="{8D350C37-52DF-7B55-0027-15B39BCCBE17}"/>
          </ac:picMkLst>
        </pc:picChg>
        <pc:picChg chg="add mod">
          <ac:chgData name="sayedasia7@gmail.com" userId="19a02cc00a96fed7" providerId="LiveId" clId="{1E0FE474-BB18-4A6B-932E-912B16113FE2}" dt="2023-06-14T16:42:04.180" v="14" actId="1076"/>
          <ac:picMkLst>
            <pc:docMk/>
            <pc:sldMk cId="3623287484" sldId="258"/>
            <ac:picMk id="4" creationId="{4B00DE4B-2D1C-9BAC-3C4C-9FDEBD6605E7}"/>
          </ac:picMkLst>
        </pc:picChg>
        <pc:picChg chg="mod ord">
          <ac:chgData name="sayedasia7@gmail.com" userId="19a02cc00a96fed7" providerId="LiveId" clId="{1E0FE474-BB18-4A6B-932E-912B16113FE2}" dt="2023-06-14T13:12:30.354" v="13" actId="26606"/>
          <ac:picMkLst>
            <pc:docMk/>
            <pc:sldMk cId="3623287484" sldId="258"/>
            <ac:picMk id="5" creationId="{296B5449-F073-4296-878D-4B1E52525F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24F7FB8-B485-41FA-B06E-095C8C82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A065122-6DF0-4CE4-A1AF-8556E2BF6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DA37DE3-8775-4C83-8642-8AF877CD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7D4D971-7982-41DA-B6F4-88FC21ED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AEE6739-E823-4279-A25D-D31B99A6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066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78E185-A6AA-4D72-84F7-FAC1BD47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5BE0FE-D578-4C23-A6CA-1659309C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A96DED4-1A3F-4551-BC61-B932394C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34C782-AE70-4623-8444-065C9557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E91CBC-8A6F-4743-9091-82780D99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1041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30E052-0415-4631-82FB-CF754240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73BF39C-4866-4BB7-AEB8-9805CBDDC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3A95DE5-82E6-4023-A1DA-45A744B8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1E0433B-3B4D-4CFA-B094-DC6DB18C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91C74F-14D7-4BB0-B958-48689C53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300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DFFC62-01D0-4AB2-A859-546890D8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CD5C6E1-97E8-4769-8078-44BF4A4FB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92055D0-F53E-4022-994B-59774B7BE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42912BB-0C15-4E28-9967-6C99535E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31DEFD8-D8FB-4457-9E2B-6D150C4D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DA9C25D-FEC7-4290-84D3-0DFEC78B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8523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B7D59B4-83C4-4C4B-BA1B-8012F23E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3F09A23-790C-4BA9-9EDE-5FF5FA70B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C00DF21-9C57-43D1-AB43-5606EED79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93C84BD-14FF-4953-91C3-7E152EE60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10B5FDD-1AA1-4213-A051-6587B4D11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5EFB0F8-1525-4F87-844A-581A044D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E1F93F0-AB31-42DA-A8B3-E1EE9190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12C2992-9CEB-478F-BAEB-A8EB81F68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605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7AF8BF-1575-403A-A418-DDA56AD5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EDF2720-FE23-4CDC-8F40-EFD5DB4B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C5933EA-3495-4624-A8EB-1BE94C0F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E927591-615A-42B9-B88F-4E2355C9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149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7AD8EE0-8E06-4643-8DAC-693407544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11A6B41-DE31-4EC9-BF0F-2928B5D4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D014C4-0479-4B5E-A6BB-7432DFC1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422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820F65-D4BB-4E35-9195-F88CEF14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CBD4147-A827-49F4-85E0-C5CD78BFF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729D988-F1EF-4373-B44F-8D2CE79C0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066C98-FEFA-4D90-B4E6-7E150E0A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CC9D29F-626F-4161-A762-EE14BFC56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8C494F2-DB86-4772-90F6-EF1C59A62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427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1FCABB-BD94-4E75-8739-5F9245D3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9C0AED7-E099-41EE-862B-D87A92EA3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EC6323F-CD44-44A4-A74A-D4642AC2D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2CAAADD-0B09-4DE8-82C1-785EAF12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9824BE6-AC90-48EA-8457-3506603F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60FD33-C41E-401A-86D5-09071E8F6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600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E5D377-141A-4DB4-B88B-F58EA655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5B5FE7D-3C79-4EC2-8C11-D77AF494B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BB822C-8577-40E2-8FE2-D7B3141F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F6554C6-0E80-4432-8172-2A79D002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CBC7099-9DC3-4DD0-A803-B6029123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7535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823F862-5485-4FC7-B259-766DD6CFCB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AF08ABC-D4D4-4B95-BA2F-5C6E4E30C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E3449A8-71BA-4658-96D8-8DF491C1B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6DA35A1-3F7D-4B5F-B28A-89FF239B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26420E3-5BE0-4DC8-8F0C-E4705192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938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67683A1-9BEB-4390-BFE9-CFE55B2CA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77CFC7F-A81B-4B4B-A5F0-6EF844021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14A218D-B50C-4EC8-BFEE-DA556D0F9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F532F-CCC8-423E-A901-83233EC14128}" type="datetimeFigureOut">
              <a:rPr lang="he-IL" smtClean="0"/>
              <a:t>כ"ה/סיון/תשפ"ג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3938AA2-D6A4-4787-84FA-8B6D7AD68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838B58A-EF46-4DCD-A23D-FEDE2356C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02BB4-0E32-4660-BD9D-0FCE0A1C51A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473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DAF72FA-6013-404E-B3C0-C8EF8E36DE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6C2BAA6-40FC-45E4-BC98-319C24243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79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קשת 3">
            <a:extLst>
              <a:ext uri="{FF2B5EF4-FFF2-40B4-BE49-F238E27FC236}">
                <a16:creationId xmlns:a16="http://schemas.microsoft.com/office/drawing/2014/main" id="{E778EF8D-D8BC-4FBB-87BE-58E47DF907B0}"/>
              </a:ext>
            </a:extLst>
          </p:cNvPr>
          <p:cNvSpPr/>
          <p:nvPr/>
        </p:nvSpPr>
        <p:spPr>
          <a:xfrm>
            <a:off x="4322307" y="2920529"/>
            <a:ext cx="3382542" cy="2057305"/>
          </a:xfrm>
          <a:prstGeom prst="arc">
            <a:avLst>
              <a:gd name="adj1" fmla="val 16200000"/>
              <a:gd name="adj2" fmla="val 16186148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r>
              <a:rPr lang="he-IL" sz="4400" dirty="0">
                <a:latin typeface="Cooper Black" panose="0208090404030B020404" pitchFamily="18" charset="0"/>
              </a:rPr>
              <a:t>טיול להנאתך</a:t>
            </a:r>
          </a:p>
        </p:txBody>
      </p:sp>
      <p:sp>
        <p:nvSpPr>
          <p:cNvPr id="10" name="סוגר מסולסל כפול 9">
            <a:extLst>
              <a:ext uri="{FF2B5EF4-FFF2-40B4-BE49-F238E27FC236}">
                <a16:creationId xmlns:a16="http://schemas.microsoft.com/office/drawing/2014/main" id="{88BEB5D3-FDDA-4181-B266-77F4E6BFD2F2}"/>
              </a:ext>
            </a:extLst>
          </p:cNvPr>
          <p:cNvSpPr/>
          <p:nvPr/>
        </p:nvSpPr>
        <p:spPr>
          <a:xfrm rot="5400000">
            <a:off x="5498062" y="2474947"/>
            <a:ext cx="1040362" cy="2948473"/>
          </a:xfrm>
          <a:prstGeom prst="brace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F1856A08-1558-4304-AFD8-88B5BCE9C4F6}"/>
              </a:ext>
            </a:extLst>
          </p:cNvPr>
          <p:cNvSpPr/>
          <p:nvPr/>
        </p:nvSpPr>
        <p:spPr>
          <a:xfrm>
            <a:off x="5183154" y="4346120"/>
            <a:ext cx="1660849" cy="522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schemeClr val="tx1"/>
                </a:solidFill>
              </a:rPr>
              <a:t>תכיר הארץ שלך</a:t>
            </a:r>
          </a:p>
        </p:txBody>
      </p:sp>
    </p:spTree>
    <p:extLst>
      <p:ext uri="{BB962C8B-B14F-4D97-AF65-F5344CB8AC3E}">
        <p14:creationId xmlns:p14="http://schemas.microsoft.com/office/powerpoint/2010/main" val="297248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מציין מיקום תוכן 4" descr="תמונה שמכילה גופן, לוגו, גרפיקה, סמל&#10;&#10;התיאור נוצר באופן אוטומטי">
            <a:extLst>
              <a:ext uri="{FF2B5EF4-FFF2-40B4-BE49-F238E27FC236}">
                <a16:creationId xmlns:a16="http://schemas.microsoft.com/office/drawing/2014/main" id="{8D350C37-52DF-7B55-0027-15B39BCCB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555625"/>
            <a:ext cx="6802438" cy="4629150"/>
          </a:xfrm>
          <a:prstGeom prst="ellipse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4B00DE4B-2D1C-9BAC-3C4C-9FDEBD660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38" y="490310"/>
            <a:ext cx="3375025" cy="2274888"/>
          </a:xfrm>
          <a:prstGeom prst="rect">
            <a:avLst/>
          </a:prstGeom>
        </p:spPr>
      </p:pic>
      <p:pic>
        <p:nvPicPr>
          <p:cNvPr id="5" name="מציין מיקום תוכן 4" descr="תמונה שמכילה גופן, לוגו, גרפיקה, סמל&#10;&#10;התיאור נוצר באופן אוטומטי">
            <a:extLst>
              <a:ext uri="{FF2B5EF4-FFF2-40B4-BE49-F238E27FC236}">
                <a16:creationId xmlns:a16="http://schemas.microsoft.com/office/drawing/2014/main" id="{296B5449-F073-4296-878D-4B1E52525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838" y="2900363"/>
            <a:ext cx="3375025" cy="2284413"/>
          </a:xfr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0F59306-D374-4BDE-8AF2-4B8B1BC7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תמונה</a:t>
            </a:r>
          </a:p>
        </p:txBody>
      </p:sp>
    </p:spTree>
    <p:extLst>
      <p:ext uri="{BB962C8B-B14F-4D97-AF65-F5344CB8AC3E}">
        <p14:creationId xmlns:p14="http://schemas.microsoft.com/office/powerpoint/2010/main" val="362328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2FB97F-E138-4B40-BF9E-0A8D6BD0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צורה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76849189-87D1-48E6-B9D0-BCCBD67EA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96" y="3036536"/>
            <a:ext cx="2854976" cy="784928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31446C64-5EC0-493C-82AD-27EC40CB2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96" y="3821464"/>
            <a:ext cx="2854976" cy="777307"/>
          </a:xfrm>
          <a:prstGeom prst="rect">
            <a:avLst/>
          </a:prstGeom>
        </p:spPr>
      </p:pic>
      <p:pic>
        <p:nvPicPr>
          <p:cNvPr id="16" name="גרפיקה 15" descr="פעימה">
            <a:extLst>
              <a:ext uri="{FF2B5EF4-FFF2-40B4-BE49-F238E27FC236}">
                <a16:creationId xmlns:a16="http://schemas.microsoft.com/office/drawing/2014/main" id="{F47FF580-FC39-49C5-84B2-D75A1D439D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3028" y="3592864"/>
            <a:ext cx="3116912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9906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7</Words>
  <Application>Microsoft Office PowerPoint</Application>
  <PresentationFormat>מסך רחב</PresentationFormat>
  <Paragraphs>4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Cooper Black</vt:lpstr>
      <vt:lpstr>ערכת נושא Office</vt:lpstr>
      <vt:lpstr>מצגת של PowerPoint‏</vt:lpstr>
      <vt:lpstr>מצגת של PowerPoint‏</vt:lpstr>
      <vt:lpstr>תמונה</vt:lpstr>
      <vt:lpstr>צורה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student</dc:creator>
  <cp:lastModifiedBy>sayedasia7@gmail.com</cp:lastModifiedBy>
  <cp:revision>8</cp:revision>
  <dcterms:created xsi:type="dcterms:W3CDTF">2023-06-10T07:35:40Z</dcterms:created>
  <dcterms:modified xsi:type="dcterms:W3CDTF">2023-06-14T16:42:13Z</dcterms:modified>
</cp:coreProperties>
</file>