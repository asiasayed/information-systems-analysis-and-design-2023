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E06628-78BB-402E-845D-6AD7FC4BBB50}" v="2" dt="2023-06-14T09:37:30.0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edasia7@gmail.com" userId="19a02cc00a96fed7" providerId="LiveId" clId="{E3E06628-78BB-402E-845D-6AD7FC4BBB50}"/>
    <pc:docChg chg="modSld">
      <pc:chgData name="sayedasia7@gmail.com" userId="19a02cc00a96fed7" providerId="LiveId" clId="{E3E06628-78BB-402E-845D-6AD7FC4BBB50}" dt="2023-06-14T09:37:34.691" v="3" actId="962"/>
      <pc:docMkLst>
        <pc:docMk/>
      </pc:docMkLst>
      <pc:sldChg chg="addSp delSp modSp">
        <pc:chgData name="sayedasia7@gmail.com" userId="19a02cc00a96fed7" providerId="LiveId" clId="{E3E06628-78BB-402E-845D-6AD7FC4BBB50}" dt="2023-06-14T09:36:55.387" v="0" actId="931"/>
        <pc:sldMkLst>
          <pc:docMk/>
          <pc:sldMk cId="4094317868" sldId="263"/>
        </pc:sldMkLst>
        <pc:spChg chg="del">
          <ac:chgData name="sayedasia7@gmail.com" userId="19a02cc00a96fed7" providerId="LiveId" clId="{E3E06628-78BB-402E-845D-6AD7FC4BBB50}" dt="2023-06-14T09:36:55.387" v="0" actId="931"/>
          <ac:spMkLst>
            <pc:docMk/>
            <pc:sldMk cId="4094317868" sldId="263"/>
            <ac:spMk id="3" creationId="{70CD7D1D-94DC-3E9A-2698-FC720B25A0AD}"/>
          </ac:spMkLst>
        </pc:spChg>
        <pc:picChg chg="add mod">
          <ac:chgData name="sayedasia7@gmail.com" userId="19a02cc00a96fed7" providerId="LiveId" clId="{E3E06628-78BB-402E-845D-6AD7FC4BBB50}" dt="2023-06-14T09:36:55.387" v="0" actId="931"/>
          <ac:picMkLst>
            <pc:docMk/>
            <pc:sldMk cId="4094317868" sldId="263"/>
            <ac:picMk id="5" creationId="{EFD6E49D-5632-A8B7-2852-F8C9F50C8C84}"/>
          </ac:picMkLst>
        </pc:picChg>
      </pc:sldChg>
      <pc:sldChg chg="addSp delSp modSp mod">
        <pc:chgData name="sayedasia7@gmail.com" userId="19a02cc00a96fed7" providerId="LiveId" clId="{E3E06628-78BB-402E-845D-6AD7FC4BBB50}" dt="2023-06-14T09:37:34.691" v="3" actId="962"/>
        <pc:sldMkLst>
          <pc:docMk/>
          <pc:sldMk cId="3929732870" sldId="264"/>
        </pc:sldMkLst>
        <pc:spChg chg="del">
          <ac:chgData name="sayedasia7@gmail.com" userId="19a02cc00a96fed7" providerId="LiveId" clId="{E3E06628-78BB-402E-845D-6AD7FC4BBB50}" dt="2023-06-14T09:37:30.087" v="1" actId="931"/>
          <ac:spMkLst>
            <pc:docMk/>
            <pc:sldMk cId="3929732870" sldId="264"/>
            <ac:spMk id="3" creationId="{2B5C4836-CAEC-E450-712A-8E2CD129F9F4}"/>
          </ac:spMkLst>
        </pc:spChg>
        <pc:picChg chg="add mod">
          <ac:chgData name="sayedasia7@gmail.com" userId="19a02cc00a96fed7" providerId="LiveId" clId="{E3E06628-78BB-402E-845D-6AD7FC4BBB50}" dt="2023-06-14T09:37:34.691" v="3" actId="962"/>
          <ac:picMkLst>
            <pc:docMk/>
            <pc:sldMk cId="3929732870" sldId="264"/>
            <ac:picMk id="5" creationId="{CF45698F-D653-856A-09D1-8DB87C01200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E78215-6666-F659-4B18-37D623994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3EDABAA-8131-91FB-45F3-080E6926E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6E38D0B-C122-721D-E4B7-6691C41D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2D37-EA96-4BCC-B5C6-6BAC94B3D1A6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4F213FF-3723-7CD4-8162-3CB70C65D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3AE55F4-B8C7-0F1C-61BE-E120D210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8D4AA-5126-4653-AEA8-00CA99D590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60940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78B58F-4E0A-A48F-CCD5-D6E5ADEB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6A41608-5293-7EF4-C89E-8AFC9E8FC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BD17C07-6A31-26DE-16F2-07D6EDCD8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2D37-EA96-4BCC-B5C6-6BAC94B3D1A6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E5A8CD0-0426-DEE1-6127-29C65BE47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55C3BB5-CA9C-7716-5AC5-B892E3433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8D4AA-5126-4653-AEA8-00CA99D590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606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8CEDC25-DB4C-1736-E334-A38BB765E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CEBFA86-0E0C-EC6D-3B85-3D2AB1D3A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762E551-AF29-755C-86D3-15FC5332D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2D37-EA96-4BCC-B5C6-6BAC94B3D1A6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0FA3602-CA01-F108-245B-6153FEAFD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BEE2344-A08C-44BB-6F12-D86D547E1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8D4AA-5126-4653-AEA8-00CA99D590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2274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4A4ACB7-9486-0085-5453-96707927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40236E3-D3BC-940A-5C41-EE3E2CB44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A83524E-E3F9-B02D-3800-4FAA6609E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F0472D1-CE75-62F4-DA54-59EE08D2B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2D37-EA96-4BCC-B5C6-6BAC94B3D1A6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D2ED993-004E-E0F0-D8C5-FFB2621B0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6F000AA-3E5E-9846-E419-29D6A363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8D4AA-5126-4653-AEA8-00CA99D590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14087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AB6D77D-F6A3-C106-3245-D9DA04714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BD763B2-6A18-9C20-9900-227608E54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44F285F-A5D5-6ADD-9066-3BB7B0329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CE2B5CA-5428-F36E-4410-C60BC4E22A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EB099E7B-4C37-7296-D93A-2971322B4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E23014B-3F2D-E2C9-F703-9537EEB9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2D37-EA96-4BCC-B5C6-6BAC94B3D1A6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D190561-1BEB-8336-A525-84A2CD539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25CEFD7B-F39C-CC9E-AACD-C7FAFD80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8D4AA-5126-4653-AEA8-00CA99D590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886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4C72F6-018E-160B-6B48-2D1A5F233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17CF2B67-B61F-7FE9-51C3-E7B0E3650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2D37-EA96-4BCC-B5C6-6BAC94B3D1A6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8466E1F-5DEC-1691-8128-B806238DF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0769856-6B79-B050-DA44-B53E0893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8D4AA-5126-4653-AEA8-00CA99D590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6747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043A2FA3-F59A-8799-A274-80838ADC9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2D37-EA96-4BCC-B5C6-6BAC94B3D1A6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383F23EB-388B-6773-43A1-58D10C24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0E67DF6-DE53-AA88-EB41-789E56456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8D4AA-5126-4653-AEA8-00CA99D590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94885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693F3B9-0EE1-6A4A-9205-E05619A07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9D6F6C1-09E0-BD8A-92C2-1EED71A27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3FAE7DE-EDE9-92CB-3770-AA10E097F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0E6A350-9D3B-EF17-8F7E-1C23EAC90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2D37-EA96-4BCC-B5C6-6BAC94B3D1A6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A0B7C04-DFFD-132D-0404-9AF59F770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CEB1ED7-7BCF-D4BC-4311-47C038FE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8D4AA-5126-4653-AEA8-00CA99D590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439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483B2D-6E75-CC73-87AD-D43924D2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EE6A3CC2-D5F6-2207-4741-6326D3405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6AD4489-195D-DAF2-5C82-0657F322C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C16AD5C-E5EB-969F-BCB3-F4598E39D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2D37-EA96-4BCC-B5C6-6BAC94B3D1A6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6F4D73D-C359-72EA-488F-CF4EF6268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3011283-F768-20C8-5F0F-F956504C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8D4AA-5126-4653-AEA8-00CA99D590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145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5DA6E5E-32D0-CF7A-A237-C15CD6D5B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A5CE0B7-7396-3C13-5C6A-708CEC601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B485797-D777-E803-215F-071F0B11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2D37-EA96-4BCC-B5C6-6BAC94B3D1A6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33A505D-F91D-2369-8C38-1C08C2387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0905C85-E549-6EA2-3AB5-9C051F3ED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8D4AA-5126-4653-AEA8-00CA99D590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959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9CE2B1E-1A75-C31A-48A0-090B80573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681717A-97E4-0029-8898-6BCBA3977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4AA049A-869C-931C-61D4-CD12729A5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2D37-EA96-4BCC-B5C6-6BAC94B3D1A6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E4DAE7F-F433-474F-4966-90FC30663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9C56FA1-E70E-D950-4F51-F95AAFA0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8D4AA-5126-4653-AEA8-00CA99D590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589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CC865BB-3F5A-622B-DE00-391C4A42E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DD0A3F9-45C5-EFA7-7CC4-F0E9BDF35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8DAF1A9-3323-4CEF-F0B6-4FB263BB2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B2D37-EA96-4BCC-B5C6-6BAC94B3D1A6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6C46818-C2FF-A025-6FCC-B5E9378F2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E7A1435-4A33-FB30-2138-EAB08E912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8D4AA-5126-4653-AEA8-00CA99D590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53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998BD3-0293-B8BE-EAD7-9BC5682CCD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4D0D0B8-5455-BCD1-C1F8-D0555DE183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8459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4" descr="תמונה שמכילה טקסט, צילום מסך, תרשים, עיצוב&#10;&#10;התיאור נוצר באופן אוטומטי">
            <a:extLst>
              <a:ext uri="{FF2B5EF4-FFF2-40B4-BE49-F238E27FC236}">
                <a16:creationId xmlns:a16="http://schemas.microsoft.com/office/drawing/2014/main" id="{67C77B77-9A73-9D5E-3FE2-E9EB056040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867" y="1959664"/>
            <a:ext cx="9068266" cy="4083260"/>
          </a:xfrm>
        </p:spPr>
      </p:pic>
    </p:spTree>
    <p:extLst>
      <p:ext uri="{BB962C8B-B14F-4D97-AF65-F5344CB8AC3E}">
        <p14:creationId xmlns:p14="http://schemas.microsoft.com/office/powerpoint/2010/main" val="99817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2C3C78F-2F0F-51A7-6D4E-85E8BC449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21" name="מציין מיקום תוכן 20" descr="תמונה שמכילה טקסט, צילום מסך, גופן, תרשים&#10;&#10;התיאור נוצר באופן אוטומטי">
            <a:extLst>
              <a:ext uri="{FF2B5EF4-FFF2-40B4-BE49-F238E27FC236}">
                <a16:creationId xmlns:a16="http://schemas.microsoft.com/office/drawing/2014/main" id="{9401E64E-D806-02C7-0B37-BC7AB09007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539" y="1953313"/>
            <a:ext cx="9188922" cy="4095961"/>
          </a:xfrm>
        </p:spPr>
      </p:pic>
    </p:spTree>
    <p:extLst>
      <p:ext uri="{BB962C8B-B14F-4D97-AF65-F5344CB8AC3E}">
        <p14:creationId xmlns:p14="http://schemas.microsoft.com/office/powerpoint/2010/main" val="2473166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6C4C04F-D288-FE59-C75D-F88F6EE34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מציין מיקום תוכן 4" descr="תמונה שמכילה טקסט, צילום מסך, תרשים, עיצוב&#10;&#10;התיאור נוצר באופן אוטומטי">
            <a:extLst>
              <a:ext uri="{FF2B5EF4-FFF2-40B4-BE49-F238E27FC236}">
                <a16:creationId xmlns:a16="http://schemas.microsoft.com/office/drawing/2014/main" id="{71DC68DF-35F0-C288-699C-A22FC9B738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443" y="1975540"/>
            <a:ext cx="9011113" cy="4051508"/>
          </a:xfrm>
        </p:spPr>
      </p:pic>
    </p:spTree>
    <p:extLst>
      <p:ext uri="{BB962C8B-B14F-4D97-AF65-F5344CB8AC3E}">
        <p14:creationId xmlns:p14="http://schemas.microsoft.com/office/powerpoint/2010/main" val="2900204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CFC9A30-9E7A-2D6F-9DED-E38EACF2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7" name="מציין מיקום תוכן 6" descr="תמונה שמכילה טקסט, צילום מסך, עיצוב&#10;&#10;התיאור נוצר באופן אוטומטי">
            <a:extLst>
              <a:ext uri="{FF2B5EF4-FFF2-40B4-BE49-F238E27FC236}">
                <a16:creationId xmlns:a16="http://schemas.microsoft.com/office/drawing/2014/main" id="{BF17158D-0BB4-6B52-28F6-8DAE0C773D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662" y="1690688"/>
            <a:ext cx="9004763" cy="4108661"/>
          </a:xfrm>
        </p:spPr>
      </p:pic>
    </p:spTree>
    <p:extLst>
      <p:ext uri="{BB962C8B-B14F-4D97-AF65-F5344CB8AC3E}">
        <p14:creationId xmlns:p14="http://schemas.microsoft.com/office/powerpoint/2010/main" val="4281960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AC4896-54C1-486B-65C9-761DFF70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מציין מיקום תוכן 4" descr="תמונה שמכילה טקסט, צילום מסך, גופן, עיצוב&#10;&#10;התיאור נוצר באופן אוטומטי">
            <a:extLst>
              <a:ext uri="{FF2B5EF4-FFF2-40B4-BE49-F238E27FC236}">
                <a16:creationId xmlns:a16="http://schemas.microsoft.com/office/drawing/2014/main" id="{E77F8CFC-56EA-E6D4-6634-3097921BB3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969" y="1940613"/>
            <a:ext cx="8992062" cy="4121362"/>
          </a:xfrm>
        </p:spPr>
      </p:pic>
    </p:spTree>
    <p:extLst>
      <p:ext uri="{BB962C8B-B14F-4D97-AF65-F5344CB8AC3E}">
        <p14:creationId xmlns:p14="http://schemas.microsoft.com/office/powerpoint/2010/main" val="2646678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954AB2E-A990-4B5B-3634-B4A4F21E0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EFD6E49D-5632-A8B7-2852-F8C9F50C8C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073" y="3994943"/>
            <a:ext cx="69854" cy="12701"/>
          </a:xfrm>
        </p:spPr>
      </p:pic>
    </p:spTree>
    <p:extLst>
      <p:ext uri="{BB962C8B-B14F-4D97-AF65-F5344CB8AC3E}">
        <p14:creationId xmlns:p14="http://schemas.microsoft.com/office/powerpoint/2010/main" val="4094317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59A9539-1AB4-2E90-2F5A-4061DC7A5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מציין מיקום תוכן 4" descr="תמונה שמכילה טקסט, צילום מסך, תרשים, קו&#10;&#10;התיאור נוצר באופן אוטומטי">
            <a:extLst>
              <a:ext uri="{FF2B5EF4-FFF2-40B4-BE49-F238E27FC236}">
                <a16:creationId xmlns:a16="http://schemas.microsoft.com/office/drawing/2014/main" id="{CF45698F-D653-856A-09D1-8DB87C012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990" y="1825625"/>
            <a:ext cx="9016020" cy="4351338"/>
          </a:xfrm>
        </p:spPr>
      </p:pic>
    </p:spTree>
    <p:extLst>
      <p:ext uri="{BB962C8B-B14F-4D97-AF65-F5344CB8AC3E}">
        <p14:creationId xmlns:p14="http://schemas.microsoft.com/office/powerpoint/2010/main" val="392973287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מסך רחב</PresentationFormat>
  <Paragraphs>0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sayedasia7@gmail.com</dc:creator>
  <cp:lastModifiedBy>sayedasia7@gmail.com</cp:lastModifiedBy>
  <cp:revision>1</cp:revision>
  <dcterms:created xsi:type="dcterms:W3CDTF">2023-06-14T08:59:31Z</dcterms:created>
  <dcterms:modified xsi:type="dcterms:W3CDTF">2023-06-14T09:37:38Z</dcterms:modified>
</cp:coreProperties>
</file>