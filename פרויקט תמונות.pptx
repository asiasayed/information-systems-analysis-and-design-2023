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566FF-7B6C-43F5-BE78-AF13014A24DD}" v="29" dt="2023-06-07T10:00:4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528" autoAdjust="0"/>
    <p:restoredTop sz="94660"/>
  </p:normalViewPr>
  <p:slideViewPr>
    <p:cSldViewPr snapToGrid="0">
      <p:cViewPr>
        <p:scale>
          <a:sx n="81" d="100"/>
          <a:sy n="81" d="100"/>
        </p:scale>
        <p:origin x="128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dasia7@gmail.com" userId="19a02cc00a96fed7" providerId="LiveId" clId="{450566FF-7B6C-43F5-BE78-AF13014A24DD}"/>
    <pc:docChg chg="addSld modSld">
      <pc:chgData name="sayedasia7@gmail.com" userId="19a02cc00a96fed7" providerId="LiveId" clId="{450566FF-7B6C-43F5-BE78-AF13014A24DD}" dt="2023-06-07T10:00:43.418" v="59" actId="1076"/>
      <pc:docMkLst>
        <pc:docMk/>
      </pc:docMkLst>
      <pc:sldChg chg="modSp mod">
        <pc:chgData name="sayedasia7@gmail.com" userId="19a02cc00a96fed7" providerId="LiveId" clId="{450566FF-7B6C-43F5-BE78-AF13014A24DD}" dt="2023-05-27T19:46:17.501" v="35" actId="20577"/>
        <pc:sldMkLst>
          <pc:docMk/>
          <pc:sldMk cId="444427871" sldId="256"/>
        </pc:sldMkLst>
        <pc:spChg chg="mod">
          <ac:chgData name="sayedasia7@gmail.com" userId="19a02cc00a96fed7" providerId="LiveId" clId="{450566FF-7B6C-43F5-BE78-AF13014A24DD}" dt="2023-05-27T19:46:17.501" v="35" actId="20577"/>
          <ac:spMkLst>
            <pc:docMk/>
            <pc:sldMk cId="444427871" sldId="256"/>
            <ac:spMk id="2" creationId="{F2676618-62EB-3B79-8DCC-8C9225070E0B}"/>
          </ac:spMkLst>
        </pc:spChg>
      </pc:sldChg>
      <pc:sldChg chg="addSp delSp modSp mod">
        <pc:chgData name="sayedasia7@gmail.com" userId="19a02cc00a96fed7" providerId="LiveId" clId="{450566FF-7B6C-43F5-BE78-AF13014A24DD}" dt="2023-06-07T08:45:34.017" v="43" actId="1076"/>
        <pc:sldMkLst>
          <pc:docMk/>
          <pc:sldMk cId="1083799193" sldId="257"/>
        </pc:sldMkLst>
        <pc:spChg chg="mod">
          <ac:chgData name="sayedasia7@gmail.com" userId="19a02cc00a96fed7" providerId="LiveId" clId="{450566FF-7B6C-43F5-BE78-AF13014A24DD}" dt="2023-05-27T19:44:01.721" v="8" actId="20577"/>
          <ac:spMkLst>
            <pc:docMk/>
            <pc:sldMk cId="1083799193" sldId="257"/>
            <ac:spMk id="2" creationId="{37534322-FD88-FD2F-B6D9-E0DD43ADE67E}"/>
          </ac:spMkLst>
        </pc:spChg>
        <pc:spChg chg="add mod">
          <ac:chgData name="sayedasia7@gmail.com" userId="19a02cc00a96fed7" providerId="LiveId" clId="{450566FF-7B6C-43F5-BE78-AF13014A24DD}" dt="2023-06-07T08:45:28.204" v="41" actId="478"/>
          <ac:spMkLst>
            <pc:docMk/>
            <pc:sldMk cId="1083799193" sldId="257"/>
            <ac:spMk id="3" creationId="{5A66E002-993C-CA06-11C8-CE80A2C0786D}"/>
          </ac:spMkLst>
        </pc:spChg>
        <pc:spChg chg="add del mod">
          <ac:chgData name="sayedasia7@gmail.com" userId="19a02cc00a96fed7" providerId="LiveId" clId="{450566FF-7B6C-43F5-BE78-AF13014A24DD}" dt="2023-05-27T19:44:04.004" v="9"/>
          <ac:spMkLst>
            <pc:docMk/>
            <pc:sldMk cId="1083799193" sldId="257"/>
            <ac:spMk id="4" creationId="{2EC8185A-9FDA-1A81-5D8E-8284698733EC}"/>
          </ac:spMkLst>
        </pc:spChg>
        <pc:picChg chg="del">
          <ac:chgData name="sayedasia7@gmail.com" userId="19a02cc00a96fed7" providerId="LiveId" clId="{450566FF-7B6C-43F5-BE78-AF13014A24DD}" dt="2023-05-27T19:34:28" v="2" actId="478"/>
          <ac:picMkLst>
            <pc:docMk/>
            <pc:sldMk cId="1083799193" sldId="257"/>
            <ac:picMk id="1026" creationId="{82880D81-7659-9D8E-1EDA-22DFEBFED9C7}"/>
          </ac:picMkLst>
        </pc:picChg>
        <pc:picChg chg="add del mod">
          <ac:chgData name="sayedasia7@gmail.com" userId="19a02cc00a96fed7" providerId="LiveId" clId="{450566FF-7B6C-43F5-BE78-AF13014A24DD}" dt="2023-06-07T08:45:28.204" v="41" actId="478"/>
          <ac:picMkLst>
            <pc:docMk/>
            <pc:sldMk cId="1083799193" sldId="257"/>
            <ac:picMk id="1028" creationId="{0B96BB46-A1EC-AAB9-8D8A-8DC0F224BA12}"/>
          </ac:picMkLst>
        </pc:picChg>
        <pc:picChg chg="add mod">
          <ac:chgData name="sayedasia7@gmail.com" userId="19a02cc00a96fed7" providerId="LiveId" clId="{450566FF-7B6C-43F5-BE78-AF13014A24DD}" dt="2023-06-07T08:45:34.017" v="43" actId="1076"/>
          <ac:picMkLst>
            <pc:docMk/>
            <pc:sldMk cId="1083799193" sldId="257"/>
            <ac:picMk id="2050" creationId="{14E462ED-97A9-4EB0-7A7F-4D567F8CEA27}"/>
          </ac:picMkLst>
        </pc:picChg>
      </pc:sldChg>
      <pc:sldChg chg="addSp delSp modSp mod">
        <pc:chgData name="sayedasia7@gmail.com" userId="19a02cc00a96fed7" providerId="LiveId" clId="{450566FF-7B6C-43F5-BE78-AF13014A24DD}" dt="2023-06-07T08:58:47.767" v="46" actId="1076"/>
        <pc:sldMkLst>
          <pc:docMk/>
          <pc:sldMk cId="2356350856" sldId="258"/>
        </pc:sldMkLst>
        <pc:spChg chg="mod">
          <ac:chgData name="sayedasia7@gmail.com" userId="19a02cc00a96fed7" providerId="LiveId" clId="{450566FF-7B6C-43F5-BE78-AF13014A24DD}" dt="2023-05-27T19:44:17.679" v="18" actId="20577"/>
          <ac:spMkLst>
            <pc:docMk/>
            <pc:sldMk cId="2356350856" sldId="258"/>
            <ac:spMk id="2" creationId="{DC837615-0E6C-A3CA-870F-9FD6B0FF585B}"/>
          </ac:spMkLst>
        </pc:spChg>
        <pc:spChg chg="add mod">
          <ac:chgData name="sayedasia7@gmail.com" userId="19a02cc00a96fed7" providerId="LiveId" clId="{450566FF-7B6C-43F5-BE78-AF13014A24DD}" dt="2023-06-07T08:58:44.262" v="44" actId="478"/>
          <ac:spMkLst>
            <pc:docMk/>
            <pc:sldMk cId="2356350856" sldId="258"/>
            <ac:spMk id="3" creationId="{A37B0A03-8C5D-80DB-8C7F-85E6E4233065}"/>
          </ac:spMkLst>
        </pc:spChg>
        <pc:spChg chg="add del mod">
          <ac:chgData name="sayedasia7@gmail.com" userId="19a02cc00a96fed7" providerId="LiveId" clId="{450566FF-7B6C-43F5-BE78-AF13014A24DD}" dt="2023-05-27T19:44:49.115" v="19"/>
          <ac:spMkLst>
            <pc:docMk/>
            <pc:sldMk cId="2356350856" sldId="258"/>
            <ac:spMk id="4" creationId="{E5B9AB47-99CF-B9DA-FE9F-69AD61818E6C}"/>
          </ac:spMkLst>
        </pc:spChg>
        <pc:picChg chg="del">
          <ac:chgData name="sayedasia7@gmail.com" userId="19a02cc00a96fed7" providerId="LiveId" clId="{450566FF-7B6C-43F5-BE78-AF13014A24DD}" dt="2023-05-27T19:34:31.950" v="3" actId="478"/>
          <ac:picMkLst>
            <pc:docMk/>
            <pc:sldMk cId="2356350856" sldId="258"/>
            <ac:picMk id="2050" creationId="{717E2F71-38AA-4FF1-7875-CE5A5B24B6D7}"/>
          </ac:picMkLst>
        </pc:picChg>
        <pc:picChg chg="add del mod">
          <ac:chgData name="sayedasia7@gmail.com" userId="19a02cc00a96fed7" providerId="LiveId" clId="{450566FF-7B6C-43F5-BE78-AF13014A24DD}" dt="2023-06-07T08:58:44.262" v="44" actId="478"/>
          <ac:picMkLst>
            <pc:docMk/>
            <pc:sldMk cId="2356350856" sldId="258"/>
            <ac:picMk id="2052" creationId="{64AE1829-219B-FDFC-9A45-D94699637638}"/>
          </ac:picMkLst>
        </pc:picChg>
        <pc:picChg chg="add mod">
          <ac:chgData name="sayedasia7@gmail.com" userId="19a02cc00a96fed7" providerId="LiveId" clId="{450566FF-7B6C-43F5-BE78-AF13014A24DD}" dt="2023-06-07T08:58:47.767" v="46" actId="1076"/>
          <ac:picMkLst>
            <pc:docMk/>
            <pc:sldMk cId="2356350856" sldId="258"/>
            <ac:picMk id="3074" creationId="{4C96C83B-576A-C4CD-1041-CBA766244C3D}"/>
          </ac:picMkLst>
        </pc:picChg>
      </pc:sldChg>
      <pc:sldChg chg="addSp delSp modSp new mod">
        <pc:chgData name="sayedasia7@gmail.com" userId="19a02cc00a96fed7" providerId="LiveId" clId="{450566FF-7B6C-43F5-BE78-AF13014A24DD}" dt="2023-06-07T09:04:22.249" v="51" actId="1076"/>
        <pc:sldMkLst>
          <pc:docMk/>
          <pc:sldMk cId="3279027872" sldId="259"/>
        </pc:sldMkLst>
        <pc:spChg chg="mod">
          <ac:chgData name="sayedasia7@gmail.com" userId="19a02cc00a96fed7" providerId="LiveId" clId="{450566FF-7B6C-43F5-BE78-AF13014A24DD}" dt="2023-05-27T19:45:05.395" v="25" actId="20577"/>
          <ac:spMkLst>
            <pc:docMk/>
            <pc:sldMk cId="3279027872" sldId="259"/>
            <ac:spMk id="2" creationId="{3E74E529-618C-E176-F8DD-6D191F55072F}"/>
          </ac:spMkLst>
        </pc:spChg>
        <pc:spChg chg="add mod">
          <ac:chgData name="sayedasia7@gmail.com" userId="19a02cc00a96fed7" providerId="LiveId" clId="{450566FF-7B6C-43F5-BE78-AF13014A24DD}" dt="2023-06-07T09:04:14.789" v="47" actId="478"/>
          <ac:spMkLst>
            <pc:docMk/>
            <pc:sldMk cId="3279027872" sldId="259"/>
            <ac:spMk id="3" creationId="{2403F916-9BC8-5DB0-A03C-9649111EB499}"/>
          </ac:spMkLst>
        </pc:spChg>
        <pc:spChg chg="del">
          <ac:chgData name="sayedasia7@gmail.com" userId="19a02cc00a96fed7" providerId="LiveId" clId="{450566FF-7B6C-43F5-BE78-AF13014A24DD}" dt="2023-05-27T19:34:14.659" v="1"/>
          <ac:spMkLst>
            <pc:docMk/>
            <pc:sldMk cId="3279027872" sldId="259"/>
            <ac:spMk id="3" creationId="{691760A0-974B-2CAF-7A96-CAA25BCB4B9C}"/>
          </ac:spMkLst>
        </pc:spChg>
        <pc:spChg chg="add del mod">
          <ac:chgData name="sayedasia7@gmail.com" userId="19a02cc00a96fed7" providerId="LiveId" clId="{450566FF-7B6C-43F5-BE78-AF13014A24DD}" dt="2023-05-27T19:45:28.209" v="28"/>
          <ac:spMkLst>
            <pc:docMk/>
            <pc:sldMk cId="3279027872" sldId="259"/>
            <ac:spMk id="4" creationId="{1206A56E-DE95-D2A5-2916-8E68E91DA025}"/>
          </ac:spMkLst>
        </pc:spChg>
        <pc:picChg chg="add del mod">
          <ac:chgData name="sayedasia7@gmail.com" userId="19a02cc00a96fed7" providerId="LiveId" clId="{450566FF-7B6C-43F5-BE78-AF13014A24DD}" dt="2023-05-27T19:45:07.995" v="27" actId="478"/>
          <ac:picMkLst>
            <pc:docMk/>
            <pc:sldMk cId="3279027872" sldId="259"/>
            <ac:picMk id="3074" creationId="{A8D4B028-FEAE-2919-1A08-B90C0D4B07B7}"/>
          </ac:picMkLst>
        </pc:picChg>
        <pc:picChg chg="add del mod">
          <ac:chgData name="sayedasia7@gmail.com" userId="19a02cc00a96fed7" providerId="LiveId" clId="{450566FF-7B6C-43F5-BE78-AF13014A24DD}" dt="2023-06-07T09:04:14.789" v="47" actId="478"/>
          <ac:picMkLst>
            <pc:docMk/>
            <pc:sldMk cId="3279027872" sldId="259"/>
            <ac:picMk id="3076" creationId="{E274051F-3C1E-C35A-69E6-40D56B9F1530}"/>
          </ac:picMkLst>
        </pc:picChg>
        <pc:picChg chg="add mod">
          <ac:chgData name="sayedasia7@gmail.com" userId="19a02cc00a96fed7" providerId="LiveId" clId="{450566FF-7B6C-43F5-BE78-AF13014A24DD}" dt="2023-06-07T09:04:22.249" v="51" actId="1076"/>
          <ac:picMkLst>
            <pc:docMk/>
            <pc:sldMk cId="3279027872" sldId="259"/>
            <ac:picMk id="4098" creationId="{5E51E001-FD68-9E77-B693-D98B622C2E61}"/>
          </ac:picMkLst>
        </pc:picChg>
      </pc:sldChg>
      <pc:sldChg chg="addSp delSp modSp new mod">
        <pc:chgData name="sayedasia7@gmail.com" userId="19a02cc00a96fed7" providerId="LiveId" clId="{450566FF-7B6C-43F5-BE78-AF13014A24DD}" dt="2023-06-07T10:00:43.418" v="59" actId="1076"/>
        <pc:sldMkLst>
          <pc:docMk/>
          <pc:sldMk cId="1001190392" sldId="260"/>
        </pc:sldMkLst>
        <pc:spChg chg="mod">
          <ac:chgData name="sayedasia7@gmail.com" userId="19a02cc00a96fed7" providerId="LiveId" clId="{450566FF-7B6C-43F5-BE78-AF13014A24DD}" dt="2023-05-27T22:48:30.876" v="39" actId="20577"/>
          <ac:spMkLst>
            <pc:docMk/>
            <pc:sldMk cId="1001190392" sldId="260"/>
            <ac:spMk id="2" creationId="{BC6F8274-C762-2F38-9D83-F93CB5772D0C}"/>
          </ac:spMkLst>
        </pc:spChg>
        <pc:spChg chg="del">
          <ac:chgData name="sayedasia7@gmail.com" userId="19a02cc00a96fed7" providerId="LiveId" clId="{450566FF-7B6C-43F5-BE78-AF13014A24DD}" dt="2023-05-27T22:48:34.030" v="40"/>
          <ac:spMkLst>
            <pc:docMk/>
            <pc:sldMk cId="1001190392" sldId="260"/>
            <ac:spMk id="3" creationId="{32EAAAB9-093E-009B-C62C-5C03D4A9B549}"/>
          </ac:spMkLst>
        </pc:spChg>
        <pc:spChg chg="add mod">
          <ac:chgData name="sayedasia7@gmail.com" userId="19a02cc00a96fed7" providerId="LiveId" clId="{450566FF-7B6C-43F5-BE78-AF13014A24DD}" dt="2023-06-07T10:00:25.951" v="53" actId="478"/>
          <ac:spMkLst>
            <pc:docMk/>
            <pc:sldMk cId="1001190392" sldId="260"/>
            <ac:spMk id="4" creationId="{6C4DD895-369E-A15E-CB1F-961850315579}"/>
          </ac:spMkLst>
        </pc:spChg>
        <pc:picChg chg="add del mod">
          <ac:chgData name="sayedasia7@gmail.com" userId="19a02cc00a96fed7" providerId="LiveId" clId="{450566FF-7B6C-43F5-BE78-AF13014A24DD}" dt="2023-06-07T10:00:25.951" v="53" actId="478"/>
          <ac:picMkLst>
            <pc:docMk/>
            <pc:sldMk cId="1001190392" sldId="260"/>
            <ac:picMk id="1026" creationId="{4A5158E3-4ADE-9382-AB5A-045423ABA6D6}"/>
          </ac:picMkLst>
        </pc:picChg>
        <pc:picChg chg="add mod">
          <ac:chgData name="sayedasia7@gmail.com" userId="19a02cc00a96fed7" providerId="LiveId" clId="{450566FF-7B6C-43F5-BE78-AF13014A24DD}" dt="2023-06-07T10:00:43.418" v="59" actId="1076"/>
          <ac:picMkLst>
            <pc:docMk/>
            <pc:sldMk cId="1001190392" sldId="260"/>
            <ac:picMk id="1028" creationId="{04CC9752-4D29-4FBE-BD13-43198ACC3E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788787-6985-6520-CB9A-B50523E52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9E1E618-5B1B-6A6E-C8D4-6EB63870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02A299-74E8-386C-8431-AC9BEBF6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197B18-3BF2-8537-0213-72B1B40F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0725EB6-3C20-BC73-EB49-4AEC05B7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808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F2D59C-F4A0-7DA5-6A7B-436C83ED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181124-0322-7538-5127-A1B4E1F2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7B64B95-98C7-FFB1-E104-EF960925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DD47D79-07B7-4C14-B369-4589C836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B70ED32-A45A-B6E6-2F59-D1118D505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71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A17638-7E53-7E21-D68D-B69A2CFA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DFBAB73-C0D8-C379-DCBB-62BE19D8A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5BB6D4-45D6-32FD-588E-DF0B8CFE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CAD4F0C-97BB-F26A-F3B2-1CAE935C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72FEA81-4D86-C255-74CA-9938226A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980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7F1BFE-BAA0-1E90-8045-436D27CD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7EDA8AA-6A69-37A3-D83E-7302CE4DE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1C23CE6-10EC-8D8B-6B58-8D7518BC3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5409935-0851-52CD-4338-0E44C2DF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08D1187-46C7-60F4-0008-FC2A0593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6FABC00-EEFE-3876-ED5A-98C67244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477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D7BFBF-EBBD-35FC-F78F-D27AB3EB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DAB28F-25DA-C098-634C-B5CC0466E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AA02C37-5968-82F9-537D-FFF642F70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BDAD32F-207C-6F24-BBA2-41C3293DA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D63A3D0-4068-5F30-224D-8BFD6947D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DD9242A-5471-0307-6D77-20F45B54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150B744-DD90-B725-2E59-A05EA1DD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EE7F90B-9712-4E0D-17B0-21A1FC04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016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BF835A-7525-E3F0-7293-A863B372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0E35DF5-7FAF-A6E6-4799-06CF12CC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1425017-1253-F5E0-DE7F-E3600E38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3B45FF8-7430-C626-99CC-4E9ADB46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582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81E4D5C-66CE-AEA1-628D-5BF52C92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2EECFC2-B9D4-F464-C8B1-36DC4716E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1434D86-C8FC-E4A5-3EA9-88BCFBAA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30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BF1481-C789-A8F1-49B4-46B60D66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DDBD8B-1384-A2CE-1368-E9FFADB29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3A2B29E-1048-EDFC-305F-A3BA147DA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0560141-2E50-2CFE-4078-62CEC42C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01CD6F7-7380-3FFD-3561-D6FC1E7D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DC8D4F3-DD83-D3B4-CC44-3690C45B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085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AF0386-6AF1-BD7F-FDE4-397873C1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E3CB301-135C-6D0C-3367-B9C0FD513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1E36E78-B98F-7622-4E57-A0A7C6B51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D02E4EA-6C14-82AC-BABF-C8D00312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53D2430-6EC9-F752-EEC3-B5695082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90CBA13-83CD-D853-696D-25EEC323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488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27E521-3616-367E-A4A7-AC665A46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FBC69DB-DB53-E738-972F-777FD5898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EC7E537-63FD-85DC-30FE-AD1A4819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06AF0BC-A5F0-F26E-395D-26695DED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60CC48-F36A-2269-BF87-DCCCF174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901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D27C522-52E9-7846-8A08-108130787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BEF87FA-8AFA-BAD6-D48B-B2685609E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6B253E8-CEB8-9315-5D1D-D5DB7FF6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5FA7462-308C-5440-CC9B-5666A29D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2A0F2CC-2F3F-CFA4-5EAE-5DEAA10B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417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9794A8A-66FA-79D0-73A1-36CD0BD5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524B69-F13B-0F3D-6B9B-DD5FC73A8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5EE26E3-F50F-E6FD-BCC9-9B32FE9BC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1BB0A-E598-43A3-BF2B-209FE8ECE8D1}" type="datetimeFigureOut">
              <a:rPr lang="he-IL" smtClean="0"/>
              <a:t>ח'/סיון/תשפ"ג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D1F6313-D3F6-9EC2-B5BC-3395E6248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3EDCF6-2881-7E80-EBCA-B4E4177F7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DCDCF-A7FE-4729-92D9-D62E1E62E1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708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676618-62EB-3B79-8DCC-8C9225070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DFD&amp;ERD</a:t>
            </a:r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283936A-92B5-970A-1696-6DC404218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442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534322-FD88-FD2F-B6D9-E0DD43AD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DFD-0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A66E002-993C-CA06-11C8-CE80A2C0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E462ED-97A9-4EB0-7A7F-4D567F8C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673" y="1825625"/>
            <a:ext cx="601980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79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837615-0E6C-A3CA-870F-9FD6B0FF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DFD-0</a:t>
            </a:r>
            <a:r>
              <a:rPr lang="he-IL" dirty="0"/>
              <a:t>המשך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37B0A03-8C5D-80DB-8C7F-85E6E423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96C83B-576A-C4CD-1041-CBA766244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780" y="2466811"/>
            <a:ext cx="6486525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35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74E529-618C-E176-F8DD-6D191F55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DFD-1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03F916-9BC8-5DB0-A03C-9649111E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51E001-FD68-9E77-B693-D98B622C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24" y="1825625"/>
            <a:ext cx="6742551" cy="454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02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6F8274-C762-2F38-9D83-F93CB577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  <a:endParaRPr lang="he-IL" dirty="0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C4DD895-369E-A15E-CB1F-961850315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4CC9752-4D29-4FBE-BD13-43198ACC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883" y="956150"/>
            <a:ext cx="7062951" cy="529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1903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15142</TotalTime>
  <Words>8</Words>
  <Application>Microsoft Office PowerPoint</Application>
  <PresentationFormat>מסך רחב</PresentationFormat>
  <Paragraphs>5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ערכת נושא Office</vt:lpstr>
      <vt:lpstr>DFD&amp;ERD</vt:lpstr>
      <vt:lpstr>DFD-0</vt:lpstr>
      <vt:lpstr>DFD-0המשך</vt:lpstr>
      <vt:lpstr>DFD-1</vt:lpstr>
      <vt:lpstr>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sayedasia7@gmail.com</dc:creator>
  <cp:lastModifiedBy>sayedasia7@gmail.com</cp:lastModifiedBy>
  <cp:revision>1</cp:revision>
  <dcterms:created xsi:type="dcterms:W3CDTF">2023-05-27T18:53:31Z</dcterms:created>
  <dcterms:modified xsi:type="dcterms:W3CDTF">2023-06-07T10:00:43Z</dcterms:modified>
</cp:coreProperties>
</file>