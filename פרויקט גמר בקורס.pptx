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61"/>
  </p:notesMasterIdLst>
  <p:sldIdLst>
    <p:sldId id="256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7" r:id="rId11"/>
    <p:sldId id="273" r:id="rId12"/>
    <p:sldId id="265" r:id="rId13"/>
    <p:sldId id="274" r:id="rId14"/>
    <p:sldId id="278" r:id="rId15"/>
    <p:sldId id="289" r:id="rId16"/>
    <p:sldId id="298" r:id="rId17"/>
    <p:sldId id="299" r:id="rId18"/>
    <p:sldId id="300" r:id="rId19"/>
    <p:sldId id="301" r:id="rId20"/>
    <p:sldId id="292" r:id="rId21"/>
    <p:sldId id="293" r:id="rId22"/>
    <p:sldId id="294" r:id="rId23"/>
    <p:sldId id="295" r:id="rId24"/>
    <p:sldId id="296" r:id="rId25"/>
    <p:sldId id="297" r:id="rId26"/>
    <p:sldId id="268" r:id="rId27"/>
    <p:sldId id="288" r:id="rId28"/>
    <p:sldId id="290" r:id="rId29"/>
    <p:sldId id="291" r:id="rId30"/>
    <p:sldId id="302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12" r:id="rId50"/>
    <p:sldId id="313" r:id="rId51"/>
    <p:sldId id="314" r:id="rId52"/>
    <p:sldId id="303" r:id="rId53"/>
    <p:sldId id="307" r:id="rId54"/>
    <p:sldId id="308" r:id="rId55"/>
    <p:sldId id="311" r:id="rId56"/>
    <p:sldId id="304" r:id="rId57"/>
    <p:sldId id="305" r:id="rId58"/>
    <p:sldId id="309" r:id="rId59"/>
    <p:sldId id="310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26681-438A-40EC-87F5-DB81400B844C}" v="55" dt="2023-06-14T21:16:34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סגנון ביניים 2 - הדגשה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סגנון בהיר 2 - הדגשה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סגנון ביניים 1 - הדגשה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סגנון בהיר 2 - הדגשה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edasia7@gmail.com" userId="19a02cc00a96fed7" providerId="LiveId" clId="{5EE26681-438A-40EC-87F5-DB81400B844C}"/>
    <pc:docChg chg="undo custSel addSld delSld modSld sldOrd">
      <pc:chgData name="sayedasia7@gmail.com" userId="19a02cc00a96fed7" providerId="LiveId" clId="{5EE26681-438A-40EC-87F5-DB81400B844C}" dt="2023-06-14T21:16:36.962" v="1086" actId="962"/>
      <pc:docMkLst>
        <pc:docMk/>
      </pc:docMkLst>
      <pc:sldChg chg="addSp delSp modSp mod modClrScheme chgLayout">
        <pc:chgData name="sayedasia7@gmail.com" userId="19a02cc00a96fed7" providerId="LiveId" clId="{5EE26681-438A-40EC-87F5-DB81400B844C}" dt="2023-06-14T19:07:44.580" v="785" actId="20577"/>
        <pc:sldMkLst>
          <pc:docMk/>
          <pc:sldMk cId="2293956281" sldId="279"/>
        </pc:sldMkLst>
        <pc:spChg chg="mod ord">
          <ac:chgData name="sayedasia7@gmail.com" userId="19a02cc00a96fed7" providerId="LiveId" clId="{5EE26681-438A-40EC-87F5-DB81400B844C}" dt="2023-06-14T19:03:55.399" v="731" actId="122"/>
          <ac:spMkLst>
            <pc:docMk/>
            <pc:sldMk cId="2293956281" sldId="279"/>
            <ac:spMk id="2" creationId="{8464CB22-C909-4EA1-9ACF-7FF5B8A5FE3C}"/>
          </ac:spMkLst>
        </pc:spChg>
        <pc:spChg chg="del">
          <ac:chgData name="sayedasia7@gmail.com" userId="19a02cc00a96fed7" providerId="LiveId" clId="{5EE26681-438A-40EC-87F5-DB81400B844C}" dt="2023-06-14T19:01:12.501" v="666"/>
          <ac:spMkLst>
            <pc:docMk/>
            <pc:sldMk cId="2293956281" sldId="279"/>
            <ac:spMk id="3" creationId="{5E0422C5-4328-493D-8E5C-8DBBAF1DB121}"/>
          </ac:spMkLst>
        </pc:spChg>
        <pc:spChg chg="mod ord">
          <ac:chgData name="sayedasia7@gmail.com" userId="19a02cc00a96fed7" providerId="LiveId" clId="{5EE26681-438A-40EC-87F5-DB81400B844C}" dt="2023-06-14T19:01:51.558" v="671" actId="700"/>
          <ac:spMkLst>
            <pc:docMk/>
            <pc:sldMk cId="2293956281" sldId="279"/>
            <ac:spMk id="4" creationId="{C8A9A5BF-CB60-4311-9E4A-5BBB7CBA438F}"/>
          </ac:spMkLst>
        </pc:spChg>
        <pc:spChg chg="mod ord">
          <ac:chgData name="sayedasia7@gmail.com" userId="19a02cc00a96fed7" providerId="LiveId" clId="{5EE26681-438A-40EC-87F5-DB81400B844C}" dt="2023-06-14T19:01:51.558" v="671" actId="700"/>
          <ac:spMkLst>
            <pc:docMk/>
            <pc:sldMk cId="2293956281" sldId="279"/>
            <ac:spMk id="5" creationId="{6B8A6DA7-FE45-498F-A6C0-2D2DDB937A1C}"/>
          </ac:spMkLst>
        </pc:spChg>
        <pc:spChg chg="add mod ord">
          <ac:chgData name="sayedasia7@gmail.com" userId="19a02cc00a96fed7" providerId="LiveId" clId="{5EE26681-438A-40EC-87F5-DB81400B844C}" dt="2023-06-14T19:07:44.580" v="785" actId="20577"/>
          <ac:spMkLst>
            <pc:docMk/>
            <pc:sldMk cId="2293956281" sldId="279"/>
            <ac:spMk id="9" creationId="{3E5D49DA-0196-7630-E60B-25C870B06B5C}"/>
          </ac:spMkLst>
        </pc:spChg>
        <pc:spChg chg="add mod ord">
          <ac:chgData name="sayedasia7@gmail.com" userId="19a02cc00a96fed7" providerId="LiveId" clId="{5EE26681-438A-40EC-87F5-DB81400B844C}" dt="2023-06-14T19:07:41.468" v="784" actId="20577"/>
          <ac:spMkLst>
            <pc:docMk/>
            <pc:sldMk cId="2293956281" sldId="279"/>
            <ac:spMk id="10" creationId="{1D691CE1-47B5-8A58-6D16-E76FBE4E11D6}"/>
          </ac:spMkLst>
        </pc:spChg>
        <pc:spChg chg="add del mod ord">
          <ac:chgData name="sayedasia7@gmail.com" userId="19a02cc00a96fed7" providerId="LiveId" clId="{5EE26681-438A-40EC-87F5-DB81400B844C}" dt="2023-06-14T19:03:08.353" v="691"/>
          <ac:spMkLst>
            <pc:docMk/>
            <pc:sldMk cId="2293956281" sldId="279"/>
            <ac:spMk id="11" creationId="{DD40619C-11B8-4AA2-A959-5EFB81212C0F}"/>
          </ac:spMkLst>
        </pc:spChg>
        <pc:picChg chg="add mod ord">
          <ac:chgData name="sayedasia7@gmail.com" userId="19a02cc00a96fed7" providerId="LiveId" clId="{5EE26681-438A-40EC-87F5-DB81400B844C}" dt="2023-06-14T19:02:45.152" v="690" actId="14100"/>
          <ac:picMkLst>
            <pc:docMk/>
            <pc:sldMk cId="2293956281" sldId="279"/>
            <ac:picMk id="7" creationId="{6151AFA9-4AEB-BE4F-733A-E0530A5FC18C}"/>
          </ac:picMkLst>
        </pc:picChg>
        <pc:picChg chg="add mod">
          <ac:chgData name="sayedasia7@gmail.com" userId="19a02cc00a96fed7" providerId="LiveId" clId="{5EE26681-438A-40EC-87F5-DB81400B844C}" dt="2023-06-14T19:03:13.568" v="693" actId="14100"/>
          <ac:picMkLst>
            <pc:docMk/>
            <pc:sldMk cId="2293956281" sldId="279"/>
            <ac:picMk id="14" creationId="{13F7417C-5181-606C-9E78-1843813E4B34}"/>
          </ac:picMkLst>
        </pc:picChg>
      </pc:sldChg>
      <pc:sldChg chg="addSp delSp modSp mod modClrScheme chgLayout">
        <pc:chgData name="sayedasia7@gmail.com" userId="19a02cc00a96fed7" providerId="LiveId" clId="{5EE26681-438A-40EC-87F5-DB81400B844C}" dt="2023-06-14T19:07:27.882" v="783" actId="20577"/>
        <pc:sldMkLst>
          <pc:docMk/>
          <pc:sldMk cId="3799289353" sldId="280"/>
        </pc:sldMkLst>
        <pc:spChg chg="add mod ord">
          <ac:chgData name="sayedasia7@gmail.com" userId="19a02cc00a96fed7" providerId="LiveId" clId="{5EE26681-438A-40EC-87F5-DB81400B844C}" dt="2023-06-14T19:07:27.882" v="783" actId="20577"/>
          <ac:spMkLst>
            <pc:docMk/>
            <pc:sldMk cId="3799289353" sldId="280"/>
            <ac:spMk id="2" creationId="{B0E448DB-228B-CC68-18CF-A29F181693DA}"/>
          </ac:spMkLst>
        </pc:spChg>
        <pc:spChg chg="del mod ord">
          <ac:chgData name="sayedasia7@gmail.com" userId="19a02cc00a96fed7" providerId="LiveId" clId="{5EE26681-438A-40EC-87F5-DB81400B844C}" dt="2023-06-14T19:04:31.938" v="736" actId="700"/>
          <ac:spMkLst>
            <pc:docMk/>
            <pc:sldMk cId="3799289353" sldId="280"/>
            <ac:spMk id="3" creationId="{225D64AC-66C7-4755-A9EB-5F438C5E924F}"/>
          </ac:spMkLst>
        </pc:spChg>
        <pc:spChg chg="mod ord">
          <ac:chgData name="sayedasia7@gmail.com" userId="19a02cc00a96fed7" providerId="LiveId" clId="{5EE26681-438A-40EC-87F5-DB81400B844C}" dt="2023-06-14T19:04:31.938" v="736" actId="700"/>
          <ac:spMkLst>
            <pc:docMk/>
            <pc:sldMk cId="3799289353" sldId="280"/>
            <ac:spMk id="4" creationId="{C77937AD-BAE8-4673-BCE2-B05704A9C975}"/>
          </ac:spMkLst>
        </pc:spChg>
        <pc:spChg chg="mod ord">
          <ac:chgData name="sayedasia7@gmail.com" userId="19a02cc00a96fed7" providerId="LiveId" clId="{5EE26681-438A-40EC-87F5-DB81400B844C}" dt="2023-06-14T19:04:31.938" v="736" actId="700"/>
          <ac:spMkLst>
            <pc:docMk/>
            <pc:sldMk cId="3799289353" sldId="280"/>
            <ac:spMk id="5" creationId="{45D0C772-680B-4818-99B0-E9AEAE6931C7}"/>
          </ac:spMkLst>
        </pc:spChg>
        <pc:spChg chg="mod ord">
          <ac:chgData name="sayedasia7@gmail.com" userId="19a02cc00a96fed7" providerId="LiveId" clId="{5EE26681-438A-40EC-87F5-DB81400B844C}" dt="2023-06-14T19:04:31.938" v="736" actId="700"/>
          <ac:spMkLst>
            <pc:docMk/>
            <pc:sldMk cId="3799289353" sldId="280"/>
            <ac:spMk id="7" creationId="{2D614765-DB04-4DBE-BF1D-FE1F1133AF10}"/>
          </ac:spMkLst>
        </pc:spChg>
        <pc:spChg chg="add del mod ord">
          <ac:chgData name="sayedasia7@gmail.com" userId="19a02cc00a96fed7" providerId="LiveId" clId="{5EE26681-438A-40EC-87F5-DB81400B844C}" dt="2023-06-14T19:06:00.867" v="747" actId="478"/>
          <ac:spMkLst>
            <pc:docMk/>
            <pc:sldMk cId="3799289353" sldId="280"/>
            <ac:spMk id="8" creationId="{9033857D-D2DA-0166-96F9-0A9681915C6F}"/>
          </ac:spMkLst>
        </pc:spChg>
        <pc:spChg chg="add mod ord">
          <ac:chgData name="sayedasia7@gmail.com" userId="19a02cc00a96fed7" providerId="LiveId" clId="{5EE26681-438A-40EC-87F5-DB81400B844C}" dt="2023-06-14T19:07:25.058" v="782" actId="20577"/>
          <ac:spMkLst>
            <pc:docMk/>
            <pc:sldMk cId="3799289353" sldId="280"/>
            <ac:spMk id="10" creationId="{BFBB688C-6A1C-5188-5704-6B64F847F7AC}"/>
          </ac:spMkLst>
        </pc:spChg>
        <pc:spChg chg="add del mod ord">
          <ac:chgData name="sayedasia7@gmail.com" userId="19a02cc00a96fed7" providerId="LiveId" clId="{5EE26681-438A-40EC-87F5-DB81400B844C}" dt="2023-06-14T19:05:34.041" v="739" actId="478"/>
          <ac:spMkLst>
            <pc:docMk/>
            <pc:sldMk cId="3799289353" sldId="280"/>
            <ac:spMk id="11" creationId="{8231291D-B8C3-0E35-9632-CDAEAAA643EB}"/>
          </ac:spMkLst>
        </pc:spChg>
        <pc:picChg chg="add mod">
          <ac:chgData name="sayedasia7@gmail.com" userId="19a02cc00a96fed7" providerId="LiveId" clId="{5EE26681-438A-40EC-87F5-DB81400B844C}" dt="2023-06-14T19:05:57.063" v="746" actId="14100"/>
          <ac:picMkLst>
            <pc:docMk/>
            <pc:sldMk cId="3799289353" sldId="280"/>
            <ac:picMk id="12" creationId="{B33E19E4-DAF6-6E93-C067-50A8A537CA26}"/>
          </ac:picMkLst>
        </pc:picChg>
        <pc:picChg chg="add mod">
          <ac:chgData name="sayedasia7@gmail.com" userId="19a02cc00a96fed7" providerId="LiveId" clId="{5EE26681-438A-40EC-87F5-DB81400B844C}" dt="2023-06-14T19:06:41.831" v="754" actId="14100"/>
          <ac:picMkLst>
            <pc:docMk/>
            <pc:sldMk cId="3799289353" sldId="280"/>
            <ac:picMk id="13" creationId="{1E17CC5E-A5CA-501B-8E1B-A3C1000BAC46}"/>
          </ac:picMkLst>
        </pc:picChg>
      </pc:sldChg>
      <pc:sldChg chg="addSp delSp modSp mod modClrScheme chgLayout">
        <pc:chgData name="sayedasia7@gmail.com" userId="19a02cc00a96fed7" providerId="LiveId" clId="{5EE26681-438A-40EC-87F5-DB81400B844C}" dt="2023-06-14T19:09:55.152" v="821" actId="1076"/>
        <pc:sldMkLst>
          <pc:docMk/>
          <pc:sldMk cId="2409932839" sldId="281"/>
        </pc:sldMkLst>
        <pc:spChg chg="add del mod ord">
          <ac:chgData name="sayedasia7@gmail.com" userId="19a02cc00a96fed7" providerId="LiveId" clId="{5EE26681-438A-40EC-87F5-DB81400B844C}" dt="2023-06-14T19:08:17.770" v="789" actId="700"/>
          <ac:spMkLst>
            <pc:docMk/>
            <pc:sldMk cId="2409932839" sldId="281"/>
            <ac:spMk id="2" creationId="{23D0F165-1107-C870-3031-F5D02F4613EB}"/>
          </ac:spMkLst>
        </pc:spChg>
        <pc:spChg chg="del mod ord">
          <ac:chgData name="sayedasia7@gmail.com" userId="19a02cc00a96fed7" providerId="LiveId" clId="{5EE26681-438A-40EC-87F5-DB81400B844C}" dt="2023-06-14T19:08:05.031" v="788" actId="700"/>
          <ac:spMkLst>
            <pc:docMk/>
            <pc:sldMk cId="2409932839" sldId="281"/>
            <ac:spMk id="3" creationId="{602C9122-E7CE-4B41-872A-65DA5B26AD6D}"/>
          </ac:spMkLst>
        </pc:spChg>
        <pc:spChg chg="mod ord">
          <ac:chgData name="sayedasia7@gmail.com" userId="19a02cc00a96fed7" providerId="LiveId" clId="{5EE26681-438A-40EC-87F5-DB81400B844C}" dt="2023-06-14T19:08:17.770" v="789" actId="700"/>
          <ac:spMkLst>
            <pc:docMk/>
            <pc:sldMk cId="2409932839" sldId="281"/>
            <ac:spMk id="4" creationId="{12EBC3AE-2530-41F8-96B3-11A2066916DB}"/>
          </ac:spMkLst>
        </pc:spChg>
        <pc:spChg chg="mod ord">
          <ac:chgData name="sayedasia7@gmail.com" userId="19a02cc00a96fed7" providerId="LiveId" clId="{5EE26681-438A-40EC-87F5-DB81400B844C}" dt="2023-06-14T19:08:17.770" v="789" actId="700"/>
          <ac:spMkLst>
            <pc:docMk/>
            <pc:sldMk cId="2409932839" sldId="281"/>
            <ac:spMk id="5" creationId="{945D2D28-B68C-481A-9EE3-8152B201B79C}"/>
          </ac:spMkLst>
        </pc:spChg>
        <pc:spChg chg="mod ord">
          <ac:chgData name="sayedasia7@gmail.com" userId="19a02cc00a96fed7" providerId="LiveId" clId="{5EE26681-438A-40EC-87F5-DB81400B844C}" dt="2023-06-14T19:08:17.770" v="789" actId="700"/>
          <ac:spMkLst>
            <pc:docMk/>
            <pc:sldMk cId="2409932839" sldId="281"/>
            <ac:spMk id="7" creationId="{D39C8DBF-2B8D-4E71-9B8D-FDC5BEC28E53}"/>
          </ac:spMkLst>
        </pc:spChg>
        <pc:spChg chg="add del mod ord">
          <ac:chgData name="sayedasia7@gmail.com" userId="19a02cc00a96fed7" providerId="LiveId" clId="{5EE26681-438A-40EC-87F5-DB81400B844C}" dt="2023-06-14T19:08:17.770" v="789" actId="700"/>
          <ac:spMkLst>
            <pc:docMk/>
            <pc:sldMk cId="2409932839" sldId="281"/>
            <ac:spMk id="8" creationId="{E8BC094E-0C13-14A0-0115-8EA71C3983A8}"/>
          </ac:spMkLst>
        </pc:spChg>
        <pc:spChg chg="add mod ord">
          <ac:chgData name="sayedasia7@gmail.com" userId="19a02cc00a96fed7" providerId="LiveId" clId="{5EE26681-438A-40EC-87F5-DB81400B844C}" dt="2023-06-14T19:09:37.909" v="819" actId="20577"/>
          <ac:spMkLst>
            <pc:docMk/>
            <pc:sldMk cId="2409932839" sldId="281"/>
            <ac:spMk id="10" creationId="{085E6350-9EE8-CCAD-0471-55DF0D4A5829}"/>
          </ac:spMkLst>
        </pc:spChg>
        <pc:spChg chg="add del mod ord">
          <ac:chgData name="sayedasia7@gmail.com" userId="19a02cc00a96fed7" providerId="LiveId" clId="{5EE26681-438A-40EC-87F5-DB81400B844C}" dt="2023-06-14T19:09:24.158" v="806"/>
          <ac:spMkLst>
            <pc:docMk/>
            <pc:sldMk cId="2409932839" sldId="281"/>
            <ac:spMk id="11" creationId="{FE834A42-C150-DE6F-6706-C3EBE73B53EC}"/>
          </ac:spMkLst>
        </pc:spChg>
        <pc:spChg chg="add mod ord">
          <ac:chgData name="sayedasia7@gmail.com" userId="19a02cc00a96fed7" providerId="LiveId" clId="{5EE26681-438A-40EC-87F5-DB81400B844C}" dt="2023-06-14T19:09:10.940" v="805" actId="20577"/>
          <ac:spMkLst>
            <pc:docMk/>
            <pc:sldMk cId="2409932839" sldId="281"/>
            <ac:spMk id="12" creationId="{871CB090-A554-4528-EA50-2E94F59A8D5F}"/>
          </ac:spMkLst>
        </pc:spChg>
        <pc:spChg chg="add del mod ord">
          <ac:chgData name="sayedasia7@gmail.com" userId="19a02cc00a96fed7" providerId="LiveId" clId="{5EE26681-438A-40EC-87F5-DB81400B844C}" dt="2023-06-14T19:08:38.325" v="790"/>
          <ac:spMkLst>
            <pc:docMk/>
            <pc:sldMk cId="2409932839" sldId="281"/>
            <ac:spMk id="13" creationId="{B9BCB91A-D8EB-548E-4E51-D0CB47D519F4}"/>
          </ac:spMkLst>
        </pc:spChg>
        <pc:picChg chg="add mod">
          <ac:chgData name="sayedasia7@gmail.com" userId="19a02cc00a96fed7" providerId="LiveId" clId="{5EE26681-438A-40EC-87F5-DB81400B844C}" dt="2023-06-14T19:08:41.188" v="791" actId="1076"/>
          <ac:picMkLst>
            <pc:docMk/>
            <pc:sldMk cId="2409932839" sldId="281"/>
            <ac:picMk id="14" creationId="{75E6F8D4-5155-25D0-FC7D-92678DC41B70}"/>
          </ac:picMkLst>
        </pc:picChg>
        <pc:picChg chg="add mod">
          <ac:chgData name="sayedasia7@gmail.com" userId="19a02cc00a96fed7" providerId="LiveId" clId="{5EE26681-438A-40EC-87F5-DB81400B844C}" dt="2023-06-14T19:08:59.036" v="793" actId="1076"/>
          <ac:picMkLst>
            <pc:docMk/>
            <pc:sldMk cId="2409932839" sldId="281"/>
            <ac:picMk id="15" creationId="{DD0ECA9E-0394-4555-3160-5D3E5ACA3193}"/>
          </ac:picMkLst>
        </pc:picChg>
        <pc:picChg chg="add mod">
          <ac:chgData name="sayedasia7@gmail.com" userId="19a02cc00a96fed7" providerId="LiveId" clId="{5EE26681-438A-40EC-87F5-DB81400B844C}" dt="2023-06-14T19:09:27.488" v="807" actId="1076"/>
          <ac:picMkLst>
            <pc:docMk/>
            <pc:sldMk cId="2409932839" sldId="281"/>
            <ac:picMk id="16" creationId="{BCFDCC98-189F-BA97-4E4A-DA54B274C498}"/>
          </ac:picMkLst>
        </pc:picChg>
        <pc:picChg chg="add mod">
          <ac:chgData name="sayedasia7@gmail.com" userId="19a02cc00a96fed7" providerId="LiveId" clId="{5EE26681-438A-40EC-87F5-DB81400B844C}" dt="2023-06-14T19:09:55.152" v="821" actId="1076"/>
          <ac:picMkLst>
            <pc:docMk/>
            <pc:sldMk cId="2409932839" sldId="281"/>
            <ac:picMk id="17" creationId="{419FC3A2-F29A-11DC-057F-17B4B9949126}"/>
          </ac:picMkLst>
        </pc:picChg>
      </pc:sldChg>
      <pc:sldChg chg="addSp delSp modSp mod modClrScheme chgLayout">
        <pc:chgData name="sayedasia7@gmail.com" userId="19a02cc00a96fed7" providerId="LiveId" clId="{5EE26681-438A-40EC-87F5-DB81400B844C}" dt="2023-06-14T19:16:57.366" v="895" actId="20577"/>
        <pc:sldMkLst>
          <pc:docMk/>
          <pc:sldMk cId="2171740865" sldId="282"/>
        </pc:sldMkLst>
        <pc:spChg chg="add mod ord">
          <ac:chgData name="sayedasia7@gmail.com" userId="19a02cc00a96fed7" providerId="LiveId" clId="{5EE26681-438A-40EC-87F5-DB81400B844C}" dt="2023-06-14T19:16:57.366" v="895" actId="20577"/>
          <ac:spMkLst>
            <pc:docMk/>
            <pc:sldMk cId="2171740865" sldId="282"/>
            <ac:spMk id="2" creationId="{D19A3501-9432-47E9-D345-A959173E380A}"/>
          </ac:spMkLst>
        </pc:spChg>
        <pc:spChg chg="del mod ord">
          <ac:chgData name="sayedasia7@gmail.com" userId="19a02cc00a96fed7" providerId="LiveId" clId="{5EE26681-438A-40EC-87F5-DB81400B844C}" dt="2023-06-14T19:10:18.541" v="824" actId="700"/>
          <ac:spMkLst>
            <pc:docMk/>
            <pc:sldMk cId="2171740865" sldId="282"/>
            <ac:spMk id="3" creationId="{EC9A148C-046F-4FFB-8DDF-2D0E9050825A}"/>
          </ac:spMkLst>
        </pc:spChg>
        <pc:spChg chg="mod ord">
          <ac:chgData name="sayedasia7@gmail.com" userId="19a02cc00a96fed7" providerId="LiveId" clId="{5EE26681-438A-40EC-87F5-DB81400B844C}" dt="2023-06-14T19:10:18.541" v="824" actId="700"/>
          <ac:spMkLst>
            <pc:docMk/>
            <pc:sldMk cId="2171740865" sldId="282"/>
            <ac:spMk id="4" creationId="{B9161C4D-9EEF-4CED-A61A-E120D2FB77B1}"/>
          </ac:spMkLst>
        </pc:spChg>
        <pc:spChg chg="mod ord">
          <ac:chgData name="sayedasia7@gmail.com" userId="19a02cc00a96fed7" providerId="LiveId" clId="{5EE26681-438A-40EC-87F5-DB81400B844C}" dt="2023-06-14T19:10:18.541" v="824" actId="700"/>
          <ac:spMkLst>
            <pc:docMk/>
            <pc:sldMk cId="2171740865" sldId="282"/>
            <ac:spMk id="5" creationId="{E881779E-E0EF-4DF4-A515-D60501D12CF9}"/>
          </ac:spMkLst>
        </pc:spChg>
        <pc:spChg chg="mod ord">
          <ac:chgData name="sayedasia7@gmail.com" userId="19a02cc00a96fed7" providerId="LiveId" clId="{5EE26681-438A-40EC-87F5-DB81400B844C}" dt="2023-06-14T19:10:18.541" v="824" actId="700"/>
          <ac:spMkLst>
            <pc:docMk/>
            <pc:sldMk cId="2171740865" sldId="282"/>
            <ac:spMk id="7" creationId="{4CCC9184-39E4-4D6F-86B5-5AD0CD896A26}"/>
          </ac:spMkLst>
        </pc:spChg>
        <pc:spChg chg="add del mod ord">
          <ac:chgData name="sayedasia7@gmail.com" userId="19a02cc00a96fed7" providerId="LiveId" clId="{5EE26681-438A-40EC-87F5-DB81400B844C}" dt="2023-06-14T19:13:19.757" v="839" actId="931"/>
          <ac:spMkLst>
            <pc:docMk/>
            <pc:sldMk cId="2171740865" sldId="282"/>
            <ac:spMk id="8" creationId="{9582B6A5-D46D-D643-559F-1544E0134A88}"/>
          </ac:spMkLst>
        </pc:spChg>
        <pc:spChg chg="add mod ord">
          <ac:chgData name="sayedasia7@gmail.com" userId="19a02cc00a96fed7" providerId="LiveId" clId="{5EE26681-438A-40EC-87F5-DB81400B844C}" dt="2023-06-14T19:11:11.299" v="838" actId="20577"/>
          <ac:spMkLst>
            <pc:docMk/>
            <pc:sldMk cId="2171740865" sldId="282"/>
            <ac:spMk id="10" creationId="{2B516261-64E4-F499-BCCC-60BA7865BBE2}"/>
          </ac:spMkLst>
        </pc:spChg>
        <pc:spChg chg="add del mod ord">
          <ac:chgData name="sayedasia7@gmail.com" userId="19a02cc00a96fed7" providerId="LiveId" clId="{5EE26681-438A-40EC-87F5-DB81400B844C}" dt="2023-06-14T19:10:56.570" v="825"/>
          <ac:spMkLst>
            <pc:docMk/>
            <pc:sldMk cId="2171740865" sldId="282"/>
            <ac:spMk id="11" creationId="{E6ED65A2-56EE-E803-EE1A-F7EF0B9A5213}"/>
          </ac:spMkLst>
        </pc:spChg>
        <pc:spChg chg="add del mod">
          <ac:chgData name="sayedasia7@gmail.com" userId="19a02cc00a96fed7" providerId="LiveId" clId="{5EE26681-438A-40EC-87F5-DB81400B844C}" dt="2023-06-14T19:13:37.475" v="841" actId="931"/>
          <ac:spMkLst>
            <pc:docMk/>
            <pc:sldMk cId="2171740865" sldId="282"/>
            <ac:spMk id="16" creationId="{BDC64255-EFE2-6146-3DA0-7E5FF0CFFBDE}"/>
          </ac:spMkLst>
        </pc:spChg>
        <pc:spChg chg="add del mod">
          <ac:chgData name="sayedasia7@gmail.com" userId="19a02cc00a96fed7" providerId="LiveId" clId="{5EE26681-438A-40EC-87F5-DB81400B844C}" dt="2023-06-14T19:16:34.837" v="880" actId="931"/>
          <ac:spMkLst>
            <pc:docMk/>
            <pc:sldMk cId="2171740865" sldId="282"/>
            <ac:spMk id="22" creationId="{8E20A537-48BB-2A46-EEB6-46F81F5D4CF3}"/>
          </ac:spMkLst>
        </pc:spChg>
        <pc:picChg chg="add mod">
          <ac:chgData name="sayedasia7@gmail.com" userId="19a02cc00a96fed7" providerId="LiveId" clId="{5EE26681-438A-40EC-87F5-DB81400B844C}" dt="2023-06-14T19:10:59.525" v="826" actId="14100"/>
          <ac:picMkLst>
            <pc:docMk/>
            <pc:sldMk cId="2171740865" sldId="282"/>
            <ac:picMk id="12" creationId="{AE1928AB-3C85-DC15-0F26-FEE512F695CE}"/>
          </ac:picMkLst>
        </pc:picChg>
        <pc:picChg chg="add del mod">
          <ac:chgData name="sayedasia7@gmail.com" userId="19a02cc00a96fed7" providerId="LiveId" clId="{5EE26681-438A-40EC-87F5-DB81400B844C}" dt="2023-06-14T19:13:22.339" v="840" actId="478"/>
          <ac:picMkLst>
            <pc:docMk/>
            <pc:sldMk cId="2171740865" sldId="282"/>
            <ac:picMk id="14" creationId="{3EDF8248-2E03-C823-58BA-D6D376B91272}"/>
          </ac:picMkLst>
        </pc:picChg>
        <pc:picChg chg="add del mod">
          <ac:chgData name="sayedasia7@gmail.com" userId="19a02cc00a96fed7" providerId="LiveId" clId="{5EE26681-438A-40EC-87F5-DB81400B844C}" dt="2023-06-14T19:16:05.412" v="879" actId="478"/>
          <ac:picMkLst>
            <pc:docMk/>
            <pc:sldMk cId="2171740865" sldId="282"/>
            <ac:picMk id="18" creationId="{432122B4-0AAF-472B-F5F4-2BA7D0AF3D9C}"/>
          </ac:picMkLst>
        </pc:picChg>
        <pc:picChg chg="add del mod">
          <ac:chgData name="sayedasia7@gmail.com" userId="19a02cc00a96fed7" providerId="LiveId" clId="{5EE26681-438A-40EC-87F5-DB81400B844C}" dt="2023-06-14T19:16:03.080" v="878" actId="478"/>
          <ac:picMkLst>
            <pc:docMk/>
            <pc:sldMk cId="2171740865" sldId="282"/>
            <ac:picMk id="20" creationId="{6FB69DAC-4504-BCD1-DBDD-B618D4997E2A}"/>
          </ac:picMkLst>
        </pc:picChg>
        <pc:picChg chg="add mod">
          <ac:chgData name="sayedasia7@gmail.com" userId="19a02cc00a96fed7" providerId="LiveId" clId="{5EE26681-438A-40EC-87F5-DB81400B844C}" dt="2023-06-14T19:16:43.810" v="885" actId="14100"/>
          <ac:picMkLst>
            <pc:docMk/>
            <pc:sldMk cId="2171740865" sldId="282"/>
            <ac:picMk id="24" creationId="{A41C9DAC-482A-87F7-26C1-2F71EEBEF2B3}"/>
          </ac:picMkLst>
        </pc:picChg>
      </pc:sldChg>
      <pc:sldChg chg="addSp delSp modSp mod modClrScheme chgLayout">
        <pc:chgData name="sayedasia7@gmail.com" userId="19a02cc00a96fed7" providerId="LiveId" clId="{5EE26681-438A-40EC-87F5-DB81400B844C}" dt="2023-06-14T19:15:54.205" v="877" actId="1076"/>
        <pc:sldMkLst>
          <pc:docMk/>
          <pc:sldMk cId="4284717522" sldId="283"/>
        </pc:sldMkLst>
        <pc:spChg chg="del">
          <ac:chgData name="sayedasia7@gmail.com" userId="19a02cc00a96fed7" providerId="LiveId" clId="{5EE26681-438A-40EC-87F5-DB81400B844C}" dt="2023-06-14T19:14:34.125" v="850"/>
          <ac:spMkLst>
            <pc:docMk/>
            <pc:sldMk cId="4284717522" sldId="283"/>
            <ac:spMk id="3" creationId="{B9FE39A1-3C54-4F73-85BB-BEE532FCE90B}"/>
          </ac:spMkLst>
        </pc:spChg>
        <pc:spChg chg="mod ord">
          <ac:chgData name="sayedasia7@gmail.com" userId="19a02cc00a96fed7" providerId="LiveId" clId="{5EE26681-438A-40EC-87F5-DB81400B844C}" dt="2023-06-14T19:14:55.152" v="853" actId="700"/>
          <ac:spMkLst>
            <pc:docMk/>
            <pc:sldMk cId="4284717522" sldId="283"/>
            <ac:spMk id="4" creationId="{DA0EC03E-46A0-4D4D-A98A-F5E7ACA717C7}"/>
          </ac:spMkLst>
        </pc:spChg>
        <pc:spChg chg="mod ord">
          <ac:chgData name="sayedasia7@gmail.com" userId="19a02cc00a96fed7" providerId="LiveId" clId="{5EE26681-438A-40EC-87F5-DB81400B844C}" dt="2023-06-14T19:14:55.152" v="853" actId="700"/>
          <ac:spMkLst>
            <pc:docMk/>
            <pc:sldMk cId="4284717522" sldId="283"/>
            <ac:spMk id="5" creationId="{4AF024CB-3E2F-4AB0-BA7E-D9B4C63FB0D7}"/>
          </ac:spMkLst>
        </pc:spChg>
        <pc:spChg chg="mod ord">
          <ac:chgData name="sayedasia7@gmail.com" userId="19a02cc00a96fed7" providerId="LiveId" clId="{5EE26681-438A-40EC-87F5-DB81400B844C}" dt="2023-06-14T19:15:54.205" v="877" actId="1076"/>
          <ac:spMkLst>
            <pc:docMk/>
            <pc:sldMk cId="4284717522" sldId="283"/>
            <ac:spMk id="7" creationId="{2E070652-FBB6-4571-A9D4-7A13B009309B}"/>
          </ac:spMkLst>
        </pc:spChg>
        <pc:spChg chg="add del mod ord">
          <ac:chgData name="sayedasia7@gmail.com" userId="19a02cc00a96fed7" providerId="LiveId" clId="{5EE26681-438A-40EC-87F5-DB81400B844C}" dt="2023-06-14T19:15:12.051" v="858" actId="478"/>
          <ac:spMkLst>
            <pc:docMk/>
            <pc:sldMk cId="4284717522" sldId="283"/>
            <ac:spMk id="8" creationId="{27B50AEF-662B-E731-788D-411DAA8A6CD2}"/>
          </ac:spMkLst>
        </pc:spChg>
        <pc:spChg chg="add mod ord">
          <ac:chgData name="sayedasia7@gmail.com" userId="19a02cc00a96fed7" providerId="LiveId" clId="{5EE26681-438A-40EC-87F5-DB81400B844C}" dt="2023-06-14T19:15:52.491" v="876" actId="14100"/>
          <ac:spMkLst>
            <pc:docMk/>
            <pc:sldMk cId="4284717522" sldId="283"/>
            <ac:spMk id="10" creationId="{062651AC-8E53-047A-84C0-5EDF02E36CBB}"/>
          </ac:spMkLst>
        </pc:spChg>
        <pc:spChg chg="add del mod ord">
          <ac:chgData name="sayedasia7@gmail.com" userId="19a02cc00a96fed7" providerId="LiveId" clId="{5EE26681-438A-40EC-87F5-DB81400B844C}" dt="2023-06-14T19:15:37.743" v="873" actId="478"/>
          <ac:spMkLst>
            <pc:docMk/>
            <pc:sldMk cId="4284717522" sldId="283"/>
            <ac:spMk id="11" creationId="{7F95D828-1372-A32E-D18A-4AFA7D0D06B5}"/>
          </ac:spMkLst>
        </pc:spChg>
        <pc:picChg chg="add mod ord">
          <ac:chgData name="sayedasia7@gmail.com" userId="19a02cc00a96fed7" providerId="LiveId" clId="{5EE26681-438A-40EC-87F5-DB81400B844C}" dt="2023-06-14T19:15:42.468" v="874" actId="14100"/>
          <ac:picMkLst>
            <pc:docMk/>
            <pc:sldMk cId="4284717522" sldId="283"/>
            <ac:picMk id="2" creationId="{8CFC02AB-D2AD-9B07-0F9E-49A6B161EEBD}"/>
          </ac:picMkLst>
        </pc:picChg>
      </pc:sldChg>
      <pc:sldChg chg="addSp delSp modSp mod modClrScheme chgLayout">
        <pc:chgData name="sayedasia7@gmail.com" userId="19a02cc00a96fed7" providerId="LiveId" clId="{5EE26681-438A-40EC-87F5-DB81400B844C}" dt="2023-06-14T19:20:35.733" v="921" actId="14100"/>
        <pc:sldMkLst>
          <pc:docMk/>
          <pc:sldMk cId="3584582963" sldId="284"/>
        </pc:sldMkLst>
        <pc:spChg chg="add del mod ord">
          <ac:chgData name="sayedasia7@gmail.com" userId="19a02cc00a96fed7" providerId="LiveId" clId="{5EE26681-438A-40EC-87F5-DB81400B844C}" dt="2023-06-14T19:19:27.682" v="916" actId="700"/>
          <ac:spMkLst>
            <pc:docMk/>
            <pc:sldMk cId="3584582963" sldId="284"/>
            <ac:spMk id="2" creationId="{AAF1CA7A-1DF3-BA16-20AA-A660820AEFFE}"/>
          </ac:spMkLst>
        </pc:spChg>
        <pc:spChg chg="del mod ord">
          <ac:chgData name="sayedasia7@gmail.com" userId="19a02cc00a96fed7" providerId="LiveId" clId="{5EE26681-438A-40EC-87F5-DB81400B844C}" dt="2023-06-14T19:19:09.588" v="915" actId="700"/>
          <ac:spMkLst>
            <pc:docMk/>
            <pc:sldMk cId="3584582963" sldId="284"/>
            <ac:spMk id="3" creationId="{9CB56238-9D65-4879-B0B5-22DBBAF7B806}"/>
          </ac:spMkLst>
        </pc:spChg>
        <pc:spChg chg="mod ord">
          <ac:chgData name="sayedasia7@gmail.com" userId="19a02cc00a96fed7" providerId="LiveId" clId="{5EE26681-438A-40EC-87F5-DB81400B844C}" dt="2023-06-14T19:19:27.682" v="916" actId="700"/>
          <ac:spMkLst>
            <pc:docMk/>
            <pc:sldMk cId="3584582963" sldId="284"/>
            <ac:spMk id="4" creationId="{29B37975-F7E9-4891-AA2E-89B4D31AAE9C}"/>
          </ac:spMkLst>
        </pc:spChg>
        <pc:spChg chg="mod ord">
          <ac:chgData name="sayedasia7@gmail.com" userId="19a02cc00a96fed7" providerId="LiveId" clId="{5EE26681-438A-40EC-87F5-DB81400B844C}" dt="2023-06-14T19:19:27.682" v="916" actId="700"/>
          <ac:spMkLst>
            <pc:docMk/>
            <pc:sldMk cId="3584582963" sldId="284"/>
            <ac:spMk id="5" creationId="{800D3902-5655-471A-95D9-8AFFB1D6651C}"/>
          </ac:spMkLst>
        </pc:spChg>
        <pc:spChg chg="mod ord">
          <ac:chgData name="sayedasia7@gmail.com" userId="19a02cc00a96fed7" providerId="LiveId" clId="{5EE26681-438A-40EC-87F5-DB81400B844C}" dt="2023-06-14T19:19:27.682" v="916" actId="700"/>
          <ac:spMkLst>
            <pc:docMk/>
            <pc:sldMk cId="3584582963" sldId="284"/>
            <ac:spMk id="7" creationId="{A44D4162-58CC-4415-A84C-408CB6EDDC2E}"/>
          </ac:spMkLst>
        </pc:spChg>
        <pc:spChg chg="add del mod ord">
          <ac:chgData name="sayedasia7@gmail.com" userId="19a02cc00a96fed7" providerId="LiveId" clId="{5EE26681-438A-40EC-87F5-DB81400B844C}" dt="2023-06-14T19:19:27.682" v="916" actId="700"/>
          <ac:spMkLst>
            <pc:docMk/>
            <pc:sldMk cId="3584582963" sldId="284"/>
            <ac:spMk id="8" creationId="{3BE9E552-2AB2-7CFC-BD9A-386D83E0A391}"/>
          </ac:spMkLst>
        </pc:spChg>
        <pc:spChg chg="add del mod ord">
          <ac:chgData name="sayedasia7@gmail.com" userId="19a02cc00a96fed7" providerId="LiveId" clId="{5EE26681-438A-40EC-87F5-DB81400B844C}" dt="2023-06-14T19:19:27.682" v="916" actId="700"/>
          <ac:spMkLst>
            <pc:docMk/>
            <pc:sldMk cId="3584582963" sldId="284"/>
            <ac:spMk id="10" creationId="{9FE33F0A-A788-DAF6-12A1-A0A5D2EA58B2}"/>
          </ac:spMkLst>
        </pc:spChg>
        <pc:spChg chg="add del mod ord">
          <ac:chgData name="sayedasia7@gmail.com" userId="19a02cc00a96fed7" providerId="LiveId" clId="{5EE26681-438A-40EC-87F5-DB81400B844C}" dt="2023-06-14T19:19:27.682" v="916" actId="700"/>
          <ac:spMkLst>
            <pc:docMk/>
            <pc:sldMk cId="3584582963" sldId="284"/>
            <ac:spMk id="11" creationId="{BC909740-ABFA-F0D3-9FF1-232EE61CC80E}"/>
          </ac:spMkLst>
        </pc:spChg>
        <pc:spChg chg="add del mod ord">
          <ac:chgData name="sayedasia7@gmail.com" userId="19a02cc00a96fed7" providerId="LiveId" clId="{5EE26681-438A-40EC-87F5-DB81400B844C}" dt="2023-06-14T19:20:27.013" v="917" actId="931"/>
          <ac:spMkLst>
            <pc:docMk/>
            <pc:sldMk cId="3584582963" sldId="284"/>
            <ac:spMk id="12" creationId="{0D4AC406-5312-176A-EBA0-F75D2C8AC2FB}"/>
          </ac:spMkLst>
        </pc:spChg>
        <pc:picChg chg="add mod">
          <ac:chgData name="sayedasia7@gmail.com" userId="19a02cc00a96fed7" providerId="LiveId" clId="{5EE26681-438A-40EC-87F5-DB81400B844C}" dt="2023-06-14T19:20:35.733" v="921" actId="14100"/>
          <ac:picMkLst>
            <pc:docMk/>
            <pc:sldMk cId="3584582963" sldId="284"/>
            <ac:picMk id="14" creationId="{403BBAF5-11BC-D1F5-B353-36C4BA9BB1FF}"/>
          </ac:picMkLst>
        </pc:picChg>
      </pc:sldChg>
      <pc:sldChg chg="addSp delSp modSp mod">
        <pc:chgData name="sayedasia7@gmail.com" userId="19a02cc00a96fed7" providerId="LiveId" clId="{5EE26681-438A-40EC-87F5-DB81400B844C}" dt="2023-06-14T19:23:30.949" v="943" actId="1076"/>
        <pc:sldMkLst>
          <pc:docMk/>
          <pc:sldMk cId="3617975520" sldId="285"/>
        </pc:sldMkLst>
        <pc:spChg chg="del">
          <ac:chgData name="sayedasia7@gmail.com" userId="19a02cc00a96fed7" providerId="LiveId" clId="{5EE26681-438A-40EC-87F5-DB81400B844C}" dt="2023-06-14T19:21:55.807" v="922" actId="931"/>
          <ac:spMkLst>
            <pc:docMk/>
            <pc:sldMk cId="3617975520" sldId="285"/>
            <ac:spMk id="3" creationId="{66600C8F-DB44-415B-B502-504E9C03E6D9}"/>
          </ac:spMkLst>
        </pc:spChg>
        <pc:spChg chg="mod">
          <ac:chgData name="sayedasia7@gmail.com" userId="19a02cc00a96fed7" providerId="LiveId" clId="{5EE26681-438A-40EC-87F5-DB81400B844C}" dt="2023-06-14T19:23:24.654" v="941" actId="122"/>
          <ac:spMkLst>
            <pc:docMk/>
            <pc:sldMk cId="3617975520" sldId="285"/>
            <ac:spMk id="7" creationId="{5B570877-8FE2-4F20-8B3B-4899D5CFF434}"/>
          </ac:spMkLst>
        </pc:spChg>
        <pc:spChg chg="add del mod">
          <ac:chgData name="sayedasia7@gmail.com" userId="19a02cc00a96fed7" providerId="LiveId" clId="{5EE26681-438A-40EC-87F5-DB81400B844C}" dt="2023-06-14T19:22:19.937" v="926" actId="931"/>
          <ac:spMkLst>
            <pc:docMk/>
            <pc:sldMk cId="3617975520" sldId="285"/>
            <ac:spMk id="11" creationId="{37A6E839-4AC3-0BFD-8A14-332D8D5D777C}"/>
          </ac:spMkLst>
        </pc:spChg>
        <pc:spChg chg="add del mod">
          <ac:chgData name="sayedasia7@gmail.com" userId="19a02cc00a96fed7" providerId="LiveId" clId="{5EE26681-438A-40EC-87F5-DB81400B844C}" dt="2023-06-14T19:22:52.153" v="930" actId="931"/>
          <ac:spMkLst>
            <pc:docMk/>
            <pc:sldMk cId="3617975520" sldId="285"/>
            <ac:spMk id="15" creationId="{57FB9A64-14CB-C3CB-B2E4-4B234E3D20EB}"/>
          </ac:spMkLst>
        </pc:spChg>
        <pc:picChg chg="add del mod">
          <ac:chgData name="sayedasia7@gmail.com" userId="19a02cc00a96fed7" providerId="LiveId" clId="{5EE26681-438A-40EC-87F5-DB81400B844C}" dt="2023-06-14T19:22:04.199" v="925" actId="478"/>
          <ac:picMkLst>
            <pc:docMk/>
            <pc:sldMk cId="3617975520" sldId="285"/>
            <ac:picMk id="8" creationId="{09DBA495-AD11-1407-E5D1-FC7A87D0E69C}"/>
          </ac:picMkLst>
        </pc:picChg>
        <pc:picChg chg="add del mod">
          <ac:chgData name="sayedasia7@gmail.com" userId="19a02cc00a96fed7" providerId="LiveId" clId="{5EE26681-438A-40EC-87F5-DB81400B844C}" dt="2023-06-14T19:22:29.745" v="929" actId="478"/>
          <ac:picMkLst>
            <pc:docMk/>
            <pc:sldMk cId="3617975520" sldId="285"/>
            <ac:picMk id="13" creationId="{A8178679-7460-217E-0E63-E0DEAFF97C16}"/>
          </ac:picMkLst>
        </pc:picChg>
        <pc:picChg chg="add mod">
          <ac:chgData name="sayedasia7@gmail.com" userId="19a02cc00a96fed7" providerId="LiveId" clId="{5EE26681-438A-40EC-87F5-DB81400B844C}" dt="2023-06-14T19:23:30.949" v="943" actId="1076"/>
          <ac:picMkLst>
            <pc:docMk/>
            <pc:sldMk cId="3617975520" sldId="285"/>
            <ac:picMk id="17" creationId="{332E5248-D689-6F03-6713-43280B48F643}"/>
          </ac:picMkLst>
        </pc:picChg>
      </pc:sldChg>
      <pc:sldChg chg="addSp delSp modSp mod">
        <pc:chgData name="sayedasia7@gmail.com" userId="19a02cc00a96fed7" providerId="LiveId" clId="{5EE26681-438A-40EC-87F5-DB81400B844C}" dt="2023-06-14T19:27:26.376" v="952" actId="1076"/>
        <pc:sldMkLst>
          <pc:docMk/>
          <pc:sldMk cId="1202509951" sldId="286"/>
        </pc:sldMkLst>
        <pc:spChg chg="del">
          <ac:chgData name="sayedasia7@gmail.com" userId="19a02cc00a96fed7" providerId="LiveId" clId="{5EE26681-438A-40EC-87F5-DB81400B844C}" dt="2023-06-14T19:27:01.187" v="946" actId="931"/>
          <ac:spMkLst>
            <pc:docMk/>
            <pc:sldMk cId="1202509951" sldId="286"/>
            <ac:spMk id="3" creationId="{D5C78602-1374-4A48-ABE8-DF38F1F6AFAC}"/>
          </ac:spMkLst>
        </pc:spChg>
        <pc:spChg chg="mod">
          <ac:chgData name="sayedasia7@gmail.com" userId="19a02cc00a96fed7" providerId="LiveId" clId="{5EE26681-438A-40EC-87F5-DB81400B844C}" dt="2023-06-14T19:23:42.521" v="945" actId="122"/>
          <ac:spMkLst>
            <pc:docMk/>
            <pc:sldMk cId="1202509951" sldId="286"/>
            <ac:spMk id="7" creationId="{E2D85AA5-749D-410D-9B2D-D9BB3F14D03E}"/>
          </ac:spMkLst>
        </pc:spChg>
        <pc:picChg chg="mod">
          <ac:chgData name="sayedasia7@gmail.com" userId="19a02cc00a96fed7" providerId="LiveId" clId="{5EE26681-438A-40EC-87F5-DB81400B844C}" dt="2023-06-14T19:17:41.422" v="902" actId="1076"/>
          <ac:picMkLst>
            <pc:docMk/>
            <pc:sldMk cId="1202509951" sldId="286"/>
            <ac:picMk id="6" creationId="{5C980CB1-7653-413D-9974-7B5B5ACA3983}"/>
          </ac:picMkLst>
        </pc:picChg>
        <pc:picChg chg="add mod">
          <ac:chgData name="sayedasia7@gmail.com" userId="19a02cc00a96fed7" providerId="LiveId" clId="{5EE26681-438A-40EC-87F5-DB81400B844C}" dt="2023-06-14T19:27:07.853" v="950" actId="14100"/>
          <ac:picMkLst>
            <pc:docMk/>
            <pc:sldMk cId="1202509951" sldId="286"/>
            <ac:picMk id="8" creationId="{8B1D9B79-173A-306A-F3B3-05BD929BA55D}"/>
          </ac:picMkLst>
        </pc:picChg>
        <pc:picChg chg="mod">
          <ac:chgData name="sayedasia7@gmail.com" userId="19a02cc00a96fed7" providerId="LiveId" clId="{5EE26681-438A-40EC-87F5-DB81400B844C}" dt="2023-06-14T19:27:26.376" v="952" actId="1076"/>
          <ac:picMkLst>
            <pc:docMk/>
            <pc:sldMk cId="1202509951" sldId="286"/>
            <ac:picMk id="9" creationId="{95175B3F-BCB2-4CF5-BA82-BB41866B6268}"/>
          </ac:picMkLst>
        </pc:picChg>
      </pc:sldChg>
      <pc:sldChg chg="addSp delSp modSp new mod">
        <pc:chgData name="sayedasia7@gmail.com" userId="19a02cc00a96fed7" providerId="LiveId" clId="{5EE26681-438A-40EC-87F5-DB81400B844C}" dt="2023-06-14T19:17:53.201" v="904" actId="1076"/>
        <pc:sldMkLst>
          <pc:docMk/>
          <pc:sldMk cId="933714516" sldId="312"/>
        </pc:sldMkLst>
        <pc:spChg chg="mod">
          <ac:chgData name="sayedasia7@gmail.com" userId="19a02cc00a96fed7" providerId="LiveId" clId="{5EE26681-438A-40EC-87F5-DB81400B844C}" dt="2023-06-14T19:17:21.114" v="897" actId="1076"/>
          <ac:spMkLst>
            <pc:docMk/>
            <pc:sldMk cId="933714516" sldId="312"/>
            <ac:spMk id="2" creationId="{BB99281B-64A9-7A13-8C1F-156F4F4313B2}"/>
          </ac:spMkLst>
        </pc:spChg>
        <pc:spChg chg="del mod">
          <ac:chgData name="sayedasia7@gmail.com" userId="19a02cc00a96fed7" providerId="LiveId" clId="{5EE26681-438A-40EC-87F5-DB81400B844C}" dt="2023-06-14T18:38:17.156" v="125" actId="21"/>
          <ac:spMkLst>
            <pc:docMk/>
            <pc:sldMk cId="933714516" sldId="312"/>
            <ac:spMk id="3" creationId="{6BA29E84-58D8-F834-540A-FC1D504E1AF8}"/>
          </ac:spMkLst>
        </pc:spChg>
        <pc:spChg chg="del mod">
          <ac:chgData name="sayedasia7@gmail.com" userId="19a02cc00a96fed7" providerId="LiveId" clId="{5EE26681-438A-40EC-87F5-DB81400B844C}" dt="2023-06-14T18:38:01.795" v="123" actId="21"/>
          <ac:spMkLst>
            <pc:docMk/>
            <pc:sldMk cId="933714516" sldId="312"/>
            <ac:spMk id="4" creationId="{150481E0-E6C1-8D04-49CF-B084BE7C2E48}"/>
          </ac:spMkLst>
        </pc:spChg>
        <pc:spChg chg="del mod">
          <ac:chgData name="sayedasia7@gmail.com" userId="19a02cc00a96fed7" providerId="LiveId" clId="{5EE26681-438A-40EC-87F5-DB81400B844C}" dt="2023-06-14T18:39:24.190" v="137" actId="21"/>
          <ac:spMkLst>
            <pc:docMk/>
            <pc:sldMk cId="933714516" sldId="312"/>
            <ac:spMk id="5" creationId="{FDE3D51E-A61C-4930-6F7E-E7B952CA8895}"/>
          </ac:spMkLst>
        </pc:spChg>
        <pc:spChg chg="del">
          <ac:chgData name="sayedasia7@gmail.com" userId="19a02cc00a96fed7" providerId="LiveId" clId="{5EE26681-438A-40EC-87F5-DB81400B844C}" dt="2023-06-14T18:15:11.193" v="31"/>
          <ac:spMkLst>
            <pc:docMk/>
            <pc:sldMk cId="933714516" sldId="312"/>
            <ac:spMk id="6" creationId="{7E1792CB-6B50-ABA4-0605-20F5C85C38CC}"/>
          </ac:spMkLst>
        </pc:spChg>
        <pc:spChg chg="mod">
          <ac:chgData name="sayedasia7@gmail.com" userId="19a02cc00a96fed7" providerId="LiveId" clId="{5EE26681-438A-40EC-87F5-DB81400B844C}" dt="2023-06-14T18:36:16.800" v="113" actId="1076"/>
          <ac:spMkLst>
            <pc:docMk/>
            <pc:sldMk cId="933714516" sldId="312"/>
            <ac:spMk id="7" creationId="{C3C01A78-9C23-197F-B3EF-B2D8D78C1E79}"/>
          </ac:spMkLst>
        </pc:spChg>
        <pc:spChg chg="add del mod">
          <ac:chgData name="sayedasia7@gmail.com" userId="19a02cc00a96fed7" providerId="LiveId" clId="{5EE26681-438A-40EC-87F5-DB81400B844C}" dt="2023-06-14T18:31:55.786" v="87"/>
          <ac:spMkLst>
            <pc:docMk/>
            <pc:sldMk cId="933714516" sldId="312"/>
            <ac:spMk id="11" creationId="{4F1B3188-BA03-54E8-71A2-C04997B53A59}"/>
          </ac:spMkLst>
        </pc:spChg>
        <pc:spChg chg="add del mod">
          <ac:chgData name="sayedasia7@gmail.com" userId="19a02cc00a96fed7" providerId="LiveId" clId="{5EE26681-438A-40EC-87F5-DB81400B844C}" dt="2023-06-14T18:38:28.634" v="128" actId="21"/>
          <ac:spMkLst>
            <pc:docMk/>
            <pc:sldMk cId="933714516" sldId="312"/>
            <ac:spMk id="14" creationId="{CECC0772-3D98-3A87-393A-D8CA3C3F69E1}"/>
          </ac:spMkLst>
        </pc:spChg>
        <pc:spChg chg="add del mod">
          <ac:chgData name="sayedasia7@gmail.com" userId="19a02cc00a96fed7" providerId="LiveId" clId="{5EE26681-438A-40EC-87F5-DB81400B844C}" dt="2023-06-14T18:39:29.074" v="138" actId="21"/>
          <ac:spMkLst>
            <pc:docMk/>
            <pc:sldMk cId="933714516" sldId="312"/>
            <ac:spMk id="16" creationId="{7AECEC1A-68A5-A3BD-04CC-41AA8F2336E6}"/>
          </ac:spMkLst>
        </pc:spChg>
        <pc:graphicFrameChg chg="add del mod modGraphic">
          <ac:chgData name="sayedasia7@gmail.com" userId="19a02cc00a96fed7" providerId="LiveId" clId="{5EE26681-438A-40EC-87F5-DB81400B844C}" dt="2023-06-14T18:31:53.504" v="86" actId="478"/>
          <ac:graphicFrameMkLst>
            <pc:docMk/>
            <pc:sldMk cId="933714516" sldId="312"/>
            <ac:graphicFrameMk id="9" creationId="{7C932753-3F28-2D21-0DEE-57F3773B8FC5}"/>
          </ac:graphicFrameMkLst>
        </pc:graphicFrameChg>
        <pc:graphicFrameChg chg="add mod modGraphic">
          <ac:chgData name="sayedasia7@gmail.com" userId="19a02cc00a96fed7" providerId="LiveId" clId="{5EE26681-438A-40EC-87F5-DB81400B844C}" dt="2023-06-14T18:39:35.755" v="140" actId="14100"/>
          <ac:graphicFrameMkLst>
            <pc:docMk/>
            <pc:sldMk cId="933714516" sldId="312"/>
            <ac:graphicFrameMk id="12" creationId="{962BB911-438A-30F1-0EF4-19A4725AFAB9}"/>
          </ac:graphicFrameMkLst>
        </pc:graphicFrameChg>
        <pc:picChg chg="add mod">
          <ac:chgData name="sayedasia7@gmail.com" userId="19a02cc00a96fed7" providerId="LiveId" clId="{5EE26681-438A-40EC-87F5-DB81400B844C}" dt="2023-06-14T19:17:26.700" v="899" actId="1076"/>
          <ac:picMkLst>
            <pc:docMk/>
            <pc:sldMk cId="933714516" sldId="312"/>
            <ac:picMk id="17" creationId="{CD2F45C0-5556-D6A3-1106-DA2B5F7B2B2A}"/>
          </ac:picMkLst>
        </pc:picChg>
        <pc:picChg chg="add mod">
          <ac:chgData name="sayedasia7@gmail.com" userId="19a02cc00a96fed7" providerId="LiveId" clId="{5EE26681-438A-40EC-87F5-DB81400B844C}" dt="2023-06-14T19:17:53.201" v="904" actId="1076"/>
          <ac:picMkLst>
            <pc:docMk/>
            <pc:sldMk cId="933714516" sldId="312"/>
            <ac:picMk id="18" creationId="{20B4DCF9-27CB-A695-8871-654C98AA850F}"/>
          </ac:picMkLst>
        </pc:picChg>
      </pc:sldChg>
      <pc:sldChg chg="addSp delSp modSp new mod">
        <pc:chgData name="sayedasia7@gmail.com" userId="19a02cc00a96fed7" providerId="LiveId" clId="{5EE26681-438A-40EC-87F5-DB81400B844C}" dt="2023-06-14T19:18:02.028" v="906" actId="1076"/>
        <pc:sldMkLst>
          <pc:docMk/>
          <pc:sldMk cId="1195797929" sldId="313"/>
        </pc:sldMkLst>
        <pc:spChg chg="mod">
          <ac:chgData name="sayedasia7@gmail.com" userId="19a02cc00a96fed7" providerId="LiveId" clId="{5EE26681-438A-40EC-87F5-DB81400B844C}" dt="2023-06-14T18:41:05.887" v="153" actId="122"/>
          <ac:spMkLst>
            <pc:docMk/>
            <pc:sldMk cId="1195797929" sldId="313"/>
            <ac:spMk id="2" creationId="{175317E9-F0A9-08EC-01E1-15BD8BE38247}"/>
          </ac:spMkLst>
        </pc:spChg>
        <pc:spChg chg="del">
          <ac:chgData name="sayedasia7@gmail.com" userId="19a02cc00a96fed7" providerId="LiveId" clId="{5EE26681-438A-40EC-87F5-DB81400B844C}" dt="2023-06-14T18:40:31.190" v="148"/>
          <ac:spMkLst>
            <pc:docMk/>
            <pc:sldMk cId="1195797929" sldId="313"/>
            <ac:spMk id="3" creationId="{8A382C87-D77F-9EA2-1634-8ECC6C58F21F}"/>
          </ac:spMkLst>
        </pc:spChg>
        <pc:graphicFrameChg chg="add mod">
          <ac:chgData name="sayedasia7@gmail.com" userId="19a02cc00a96fed7" providerId="LiveId" clId="{5EE26681-438A-40EC-87F5-DB81400B844C}" dt="2023-06-14T18:40:43.762" v="151" actId="20577"/>
          <ac:graphicFrameMkLst>
            <pc:docMk/>
            <pc:sldMk cId="1195797929" sldId="313"/>
            <ac:graphicFrameMk id="6" creationId="{37E13DA6-BA18-317B-8596-17715606DAE0}"/>
          </ac:graphicFrameMkLst>
        </pc:graphicFrameChg>
        <pc:picChg chg="add mod">
          <ac:chgData name="sayedasia7@gmail.com" userId="19a02cc00a96fed7" providerId="LiveId" clId="{5EE26681-438A-40EC-87F5-DB81400B844C}" dt="2023-06-14T19:17:37.696" v="901" actId="1076"/>
          <ac:picMkLst>
            <pc:docMk/>
            <pc:sldMk cId="1195797929" sldId="313"/>
            <ac:picMk id="7" creationId="{5BB80239-7942-4164-292D-9D8BFEA3DBAD}"/>
          </ac:picMkLst>
        </pc:picChg>
        <pc:picChg chg="add mod">
          <ac:chgData name="sayedasia7@gmail.com" userId="19a02cc00a96fed7" providerId="LiveId" clId="{5EE26681-438A-40EC-87F5-DB81400B844C}" dt="2023-06-14T19:18:02.028" v="906" actId="1076"/>
          <ac:picMkLst>
            <pc:docMk/>
            <pc:sldMk cId="1195797929" sldId="313"/>
            <ac:picMk id="8" creationId="{8748D368-B373-7B2A-FA98-209CE5DEC2AE}"/>
          </ac:picMkLst>
        </pc:picChg>
      </pc:sldChg>
      <pc:sldChg chg="modSp new mod">
        <pc:chgData name="sayedasia7@gmail.com" userId="19a02cc00a96fed7" providerId="LiveId" clId="{5EE26681-438A-40EC-87F5-DB81400B844C}" dt="2023-06-14T18:57:35.715" v="665" actId="20577"/>
        <pc:sldMkLst>
          <pc:docMk/>
          <pc:sldMk cId="317329644" sldId="314"/>
        </pc:sldMkLst>
        <pc:spChg chg="mod">
          <ac:chgData name="sayedasia7@gmail.com" userId="19a02cc00a96fed7" providerId="LiveId" clId="{5EE26681-438A-40EC-87F5-DB81400B844C}" dt="2023-06-14T18:57:23.904" v="658" actId="20577"/>
          <ac:spMkLst>
            <pc:docMk/>
            <pc:sldMk cId="317329644" sldId="314"/>
            <ac:spMk id="2" creationId="{7B469692-1ACC-BCC7-853B-80309DD132DD}"/>
          </ac:spMkLst>
        </pc:spChg>
        <pc:spChg chg="mod">
          <ac:chgData name="sayedasia7@gmail.com" userId="19a02cc00a96fed7" providerId="LiveId" clId="{5EE26681-438A-40EC-87F5-DB81400B844C}" dt="2023-06-14T18:57:35.715" v="665" actId="20577"/>
          <ac:spMkLst>
            <pc:docMk/>
            <pc:sldMk cId="317329644" sldId="314"/>
            <ac:spMk id="3" creationId="{3A709ADF-58F5-2E15-1284-4555615BEC59}"/>
          </ac:spMkLst>
        </pc:spChg>
      </pc:sldChg>
      <pc:sldChg chg="new del">
        <pc:chgData name="sayedasia7@gmail.com" userId="19a02cc00a96fed7" providerId="LiveId" clId="{5EE26681-438A-40EC-87F5-DB81400B844C}" dt="2023-06-14T19:04:14.695" v="732" actId="47"/>
        <pc:sldMkLst>
          <pc:docMk/>
          <pc:sldMk cId="1892188604" sldId="315"/>
        </pc:sldMkLst>
      </pc:sldChg>
      <pc:sldChg chg="addSp delSp modSp new mod">
        <pc:chgData name="sayedasia7@gmail.com" userId="19a02cc00a96fed7" providerId="LiveId" clId="{5EE26681-438A-40EC-87F5-DB81400B844C}" dt="2023-06-14T19:30:11.133" v="963" actId="1076"/>
        <pc:sldMkLst>
          <pc:docMk/>
          <pc:sldMk cId="4263989700" sldId="315"/>
        </pc:sldMkLst>
        <pc:spChg chg="mod">
          <ac:chgData name="sayedasia7@gmail.com" userId="19a02cc00a96fed7" providerId="LiveId" clId="{5EE26681-438A-40EC-87F5-DB81400B844C}" dt="2023-06-14T19:28:00.616" v="957" actId="122"/>
          <ac:spMkLst>
            <pc:docMk/>
            <pc:sldMk cId="4263989700" sldId="315"/>
            <ac:spMk id="2" creationId="{9356F86E-4A86-7F78-523B-698B686DD91F}"/>
          </ac:spMkLst>
        </pc:spChg>
        <pc:spChg chg="del">
          <ac:chgData name="sayedasia7@gmail.com" userId="19a02cc00a96fed7" providerId="LiveId" clId="{5EE26681-438A-40EC-87F5-DB81400B844C}" dt="2023-06-14T19:29:45.928" v="958" actId="931"/>
          <ac:spMkLst>
            <pc:docMk/>
            <pc:sldMk cId="4263989700" sldId="315"/>
            <ac:spMk id="3" creationId="{8614FA37-0600-FBB0-421A-28014F8D1019}"/>
          </ac:spMkLst>
        </pc:spChg>
        <pc:picChg chg="add mod">
          <ac:chgData name="sayedasia7@gmail.com" userId="19a02cc00a96fed7" providerId="LiveId" clId="{5EE26681-438A-40EC-87F5-DB81400B844C}" dt="2023-06-14T19:27:45.868" v="955" actId="1076"/>
          <ac:picMkLst>
            <pc:docMk/>
            <pc:sldMk cId="4263989700" sldId="315"/>
            <ac:picMk id="6" creationId="{EEA7FD52-57CF-3BED-08EB-A8B49BD3062E}"/>
          </ac:picMkLst>
        </pc:picChg>
        <pc:picChg chg="add mod">
          <ac:chgData name="sayedasia7@gmail.com" userId="19a02cc00a96fed7" providerId="LiveId" clId="{5EE26681-438A-40EC-87F5-DB81400B844C}" dt="2023-06-14T19:30:11.133" v="963" actId="1076"/>
          <ac:picMkLst>
            <pc:docMk/>
            <pc:sldMk cId="4263989700" sldId="315"/>
            <ac:picMk id="7" creationId="{58CDD127-C134-4328-07B5-1AF4FD2FFCD7}"/>
          </ac:picMkLst>
        </pc:picChg>
        <pc:picChg chg="add mod">
          <ac:chgData name="sayedasia7@gmail.com" userId="19a02cc00a96fed7" providerId="LiveId" clId="{5EE26681-438A-40EC-87F5-DB81400B844C}" dt="2023-06-14T19:29:52.347" v="961" actId="14100"/>
          <ac:picMkLst>
            <pc:docMk/>
            <pc:sldMk cId="4263989700" sldId="315"/>
            <ac:picMk id="9" creationId="{84E66EC7-2D2F-8A22-FCBD-B9D17CD404C6}"/>
          </ac:picMkLst>
        </pc:picChg>
      </pc:sldChg>
      <pc:sldChg chg="add del">
        <pc:chgData name="sayedasia7@gmail.com" userId="19a02cc00a96fed7" providerId="LiveId" clId="{5EE26681-438A-40EC-87F5-DB81400B844C}" dt="2023-06-14T19:06:10.598" v="750" actId="47"/>
        <pc:sldMkLst>
          <pc:docMk/>
          <pc:sldMk cId="4275029640" sldId="315"/>
        </pc:sldMkLst>
      </pc:sldChg>
      <pc:sldChg chg="add del">
        <pc:chgData name="sayedasia7@gmail.com" userId="19a02cc00a96fed7" providerId="LiveId" clId="{5EE26681-438A-40EC-87F5-DB81400B844C}" dt="2023-06-14T19:06:08.109" v="749" actId="47"/>
        <pc:sldMkLst>
          <pc:docMk/>
          <pc:sldMk cId="2751473497" sldId="316"/>
        </pc:sldMkLst>
      </pc:sldChg>
      <pc:sldChg chg="addSp delSp modSp new mod">
        <pc:chgData name="sayedasia7@gmail.com" userId="19a02cc00a96fed7" providerId="LiveId" clId="{5EE26681-438A-40EC-87F5-DB81400B844C}" dt="2023-06-14T19:36:39.608" v="985" actId="1076"/>
        <pc:sldMkLst>
          <pc:docMk/>
          <pc:sldMk cId="3824377867" sldId="316"/>
        </pc:sldMkLst>
        <pc:spChg chg="mod">
          <ac:chgData name="sayedasia7@gmail.com" userId="19a02cc00a96fed7" providerId="LiveId" clId="{5EE26681-438A-40EC-87F5-DB81400B844C}" dt="2023-06-14T19:30:42.982" v="968" actId="122"/>
          <ac:spMkLst>
            <pc:docMk/>
            <pc:sldMk cId="3824377867" sldId="316"/>
            <ac:spMk id="2" creationId="{9A6E5CBE-4E31-7D5E-0240-3FC888935C5C}"/>
          </ac:spMkLst>
        </pc:spChg>
        <pc:spChg chg="del">
          <ac:chgData name="sayedasia7@gmail.com" userId="19a02cc00a96fed7" providerId="LiveId" clId="{5EE26681-438A-40EC-87F5-DB81400B844C}" dt="2023-06-14T19:31:44.760" v="969" actId="931"/>
          <ac:spMkLst>
            <pc:docMk/>
            <pc:sldMk cId="3824377867" sldId="316"/>
            <ac:spMk id="3" creationId="{30B29CFC-A528-4888-4261-E8E3CF2464C1}"/>
          </ac:spMkLst>
        </pc:spChg>
        <pc:spChg chg="add del mod">
          <ac:chgData name="sayedasia7@gmail.com" userId="19a02cc00a96fed7" providerId="LiveId" clId="{5EE26681-438A-40EC-87F5-DB81400B844C}" dt="2023-06-14T19:32:56.249" v="971" actId="931"/>
          <ac:spMkLst>
            <pc:docMk/>
            <pc:sldMk cId="3824377867" sldId="316"/>
            <ac:spMk id="11" creationId="{E99DE09B-874A-8908-5370-B773797E4568}"/>
          </ac:spMkLst>
        </pc:spChg>
        <pc:picChg chg="add mod">
          <ac:chgData name="sayedasia7@gmail.com" userId="19a02cc00a96fed7" providerId="LiveId" clId="{5EE26681-438A-40EC-87F5-DB81400B844C}" dt="2023-06-14T19:30:29.444" v="966" actId="1076"/>
          <ac:picMkLst>
            <pc:docMk/>
            <pc:sldMk cId="3824377867" sldId="316"/>
            <ac:picMk id="6" creationId="{C127B7D6-1CD9-5FEF-7EFE-39B763CBD7B0}"/>
          </ac:picMkLst>
        </pc:picChg>
        <pc:picChg chg="add mod">
          <ac:chgData name="sayedasia7@gmail.com" userId="19a02cc00a96fed7" providerId="LiveId" clId="{5EE26681-438A-40EC-87F5-DB81400B844C}" dt="2023-06-14T19:36:39.608" v="985" actId="1076"/>
          <ac:picMkLst>
            <pc:docMk/>
            <pc:sldMk cId="3824377867" sldId="316"/>
            <ac:picMk id="7" creationId="{2969A743-816F-EA63-F287-7C01CF7543B7}"/>
          </ac:picMkLst>
        </pc:picChg>
        <pc:picChg chg="add del mod">
          <ac:chgData name="sayedasia7@gmail.com" userId="19a02cc00a96fed7" providerId="LiveId" clId="{5EE26681-438A-40EC-87F5-DB81400B844C}" dt="2023-06-14T19:31:47.460" v="970" actId="478"/>
          <ac:picMkLst>
            <pc:docMk/>
            <pc:sldMk cId="3824377867" sldId="316"/>
            <ac:picMk id="9" creationId="{11EDD3C1-9AA7-FBE7-71CE-AB982F831577}"/>
          </ac:picMkLst>
        </pc:picChg>
        <pc:picChg chg="add mod">
          <ac:chgData name="sayedasia7@gmail.com" userId="19a02cc00a96fed7" providerId="LiveId" clId="{5EE26681-438A-40EC-87F5-DB81400B844C}" dt="2023-06-14T19:33:06.093" v="975" actId="14100"/>
          <ac:picMkLst>
            <pc:docMk/>
            <pc:sldMk cId="3824377867" sldId="316"/>
            <ac:picMk id="13" creationId="{33D72B16-F1D2-43F6-F0F4-68B4AAA1A0BB}"/>
          </ac:picMkLst>
        </pc:picChg>
      </pc:sldChg>
      <pc:sldChg chg="modSp add del mod">
        <pc:chgData name="sayedasia7@gmail.com" userId="19a02cc00a96fed7" providerId="LiveId" clId="{5EE26681-438A-40EC-87F5-DB81400B844C}" dt="2023-06-14T19:06:04.091" v="748" actId="47"/>
        <pc:sldMkLst>
          <pc:docMk/>
          <pc:sldMk cId="1130248285" sldId="317"/>
        </pc:sldMkLst>
        <pc:picChg chg="mod">
          <ac:chgData name="sayedasia7@gmail.com" userId="19a02cc00a96fed7" providerId="LiveId" clId="{5EE26681-438A-40EC-87F5-DB81400B844C}" dt="2023-06-14T19:05:41.369" v="741" actId="1076"/>
          <ac:picMkLst>
            <pc:docMk/>
            <pc:sldMk cId="1130248285" sldId="317"/>
            <ac:picMk id="5" creationId="{53C7C2F5-E727-FFE0-4519-E2D1DEC6394C}"/>
          </ac:picMkLst>
        </pc:picChg>
      </pc:sldChg>
      <pc:sldChg chg="addSp delSp modSp new mod">
        <pc:chgData name="sayedasia7@gmail.com" userId="19a02cc00a96fed7" providerId="LiveId" clId="{5EE26681-438A-40EC-87F5-DB81400B844C}" dt="2023-06-14T19:37:27.206" v="995" actId="14100"/>
        <pc:sldMkLst>
          <pc:docMk/>
          <pc:sldMk cId="3171639650" sldId="317"/>
        </pc:sldMkLst>
        <pc:spChg chg="mod">
          <ac:chgData name="sayedasia7@gmail.com" userId="19a02cc00a96fed7" providerId="LiveId" clId="{5EE26681-438A-40EC-87F5-DB81400B844C}" dt="2023-06-14T19:36:25.756" v="981" actId="122"/>
          <ac:spMkLst>
            <pc:docMk/>
            <pc:sldMk cId="3171639650" sldId="317"/>
            <ac:spMk id="2" creationId="{5D3629FE-59C1-718B-EDB3-4EF319FC843A}"/>
          </ac:spMkLst>
        </pc:spChg>
        <pc:spChg chg="del">
          <ac:chgData name="sayedasia7@gmail.com" userId="19a02cc00a96fed7" providerId="LiveId" clId="{5EE26681-438A-40EC-87F5-DB81400B844C}" dt="2023-06-14T19:37:16.345" v="990" actId="931"/>
          <ac:spMkLst>
            <pc:docMk/>
            <pc:sldMk cId="3171639650" sldId="317"/>
            <ac:spMk id="3" creationId="{A117B4A6-064F-A62C-FE86-F4CFAFD46A6F}"/>
          </ac:spMkLst>
        </pc:spChg>
        <pc:picChg chg="add mod">
          <ac:chgData name="sayedasia7@gmail.com" userId="19a02cc00a96fed7" providerId="LiveId" clId="{5EE26681-438A-40EC-87F5-DB81400B844C}" dt="2023-06-14T19:36:02.435" v="978"/>
          <ac:picMkLst>
            <pc:docMk/>
            <pc:sldMk cId="3171639650" sldId="317"/>
            <ac:picMk id="6" creationId="{62B7E78B-6DAE-2BD6-F38A-A2C7E16EC8A3}"/>
          </ac:picMkLst>
        </pc:picChg>
        <pc:picChg chg="add mod">
          <ac:chgData name="sayedasia7@gmail.com" userId="19a02cc00a96fed7" providerId="LiveId" clId="{5EE26681-438A-40EC-87F5-DB81400B844C}" dt="2023-06-14T19:36:02.435" v="978"/>
          <ac:picMkLst>
            <pc:docMk/>
            <pc:sldMk cId="3171639650" sldId="317"/>
            <ac:picMk id="7" creationId="{05997DD2-740F-C6CD-6981-E9232587209C}"/>
          </ac:picMkLst>
        </pc:picChg>
        <pc:picChg chg="add mod">
          <ac:chgData name="sayedasia7@gmail.com" userId="19a02cc00a96fed7" providerId="LiveId" clId="{5EE26681-438A-40EC-87F5-DB81400B844C}" dt="2023-06-14T19:37:27.206" v="995" actId="14100"/>
          <ac:picMkLst>
            <pc:docMk/>
            <pc:sldMk cId="3171639650" sldId="317"/>
            <ac:picMk id="9" creationId="{80863B10-45CE-0BBE-D5E6-E1DCD20F7EAE}"/>
          </ac:picMkLst>
        </pc:picChg>
      </pc:sldChg>
      <pc:sldChg chg="addSp delSp modSp new mod ord">
        <pc:chgData name="sayedasia7@gmail.com" userId="19a02cc00a96fed7" providerId="LiveId" clId="{5EE26681-438A-40EC-87F5-DB81400B844C}" dt="2023-06-14T20:54:21.090" v="1042"/>
        <pc:sldMkLst>
          <pc:docMk/>
          <pc:sldMk cId="2871191901" sldId="318"/>
        </pc:sldMkLst>
        <pc:spChg chg="mod">
          <ac:chgData name="sayedasia7@gmail.com" userId="19a02cc00a96fed7" providerId="LiveId" clId="{5EE26681-438A-40EC-87F5-DB81400B844C}" dt="2023-06-14T19:46:33.943" v="1038" actId="20577"/>
          <ac:spMkLst>
            <pc:docMk/>
            <pc:sldMk cId="2871191901" sldId="318"/>
            <ac:spMk id="2" creationId="{6F01BA84-FB2C-F937-168C-5F1850E24E06}"/>
          </ac:spMkLst>
        </pc:spChg>
        <pc:spChg chg="del">
          <ac:chgData name="sayedasia7@gmail.com" userId="19a02cc00a96fed7" providerId="LiveId" clId="{5EE26681-438A-40EC-87F5-DB81400B844C}" dt="2023-06-14T19:39:56.589" v="996" actId="931"/>
          <ac:spMkLst>
            <pc:docMk/>
            <pc:sldMk cId="2871191901" sldId="318"/>
            <ac:spMk id="3" creationId="{7E8D5DD8-D300-6676-257F-35692632C9CB}"/>
          </ac:spMkLst>
        </pc:spChg>
        <pc:picChg chg="add mod">
          <ac:chgData name="sayedasia7@gmail.com" userId="19a02cc00a96fed7" providerId="LiveId" clId="{5EE26681-438A-40EC-87F5-DB81400B844C}" dt="2023-06-14T19:36:57.810" v="989" actId="1035"/>
          <ac:picMkLst>
            <pc:docMk/>
            <pc:sldMk cId="2871191901" sldId="318"/>
            <ac:picMk id="6" creationId="{11839C9B-72E3-88F4-D3C6-52133504A49F}"/>
          </ac:picMkLst>
        </pc:picChg>
        <pc:picChg chg="add mod">
          <ac:chgData name="sayedasia7@gmail.com" userId="19a02cc00a96fed7" providerId="LiveId" clId="{5EE26681-438A-40EC-87F5-DB81400B844C}" dt="2023-06-14T19:40:15.327" v="1001" actId="1076"/>
          <ac:picMkLst>
            <pc:docMk/>
            <pc:sldMk cId="2871191901" sldId="318"/>
            <ac:picMk id="7" creationId="{EBFE22BA-914C-BCC0-CE6E-706BD6CC5864}"/>
          </ac:picMkLst>
        </pc:picChg>
        <pc:picChg chg="add mod">
          <ac:chgData name="sayedasia7@gmail.com" userId="19a02cc00a96fed7" providerId="LiveId" clId="{5EE26681-438A-40EC-87F5-DB81400B844C}" dt="2023-06-14T19:40:01.003" v="999" actId="962"/>
          <ac:picMkLst>
            <pc:docMk/>
            <pc:sldMk cId="2871191901" sldId="318"/>
            <ac:picMk id="9" creationId="{A31CAEEE-6B82-B5BD-DF62-D537EB045D0B}"/>
          </ac:picMkLst>
        </pc:picChg>
      </pc:sldChg>
      <pc:sldChg chg="addSp delSp modSp new mod">
        <pc:chgData name="sayedasia7@gmail.com" userId="19a02cc00a96fed7" providerId="LiveId" clId="{5EE26681-438A-40EC-87F5-DB81400B844C}" dt="2023-06-14T19:42:14.684" v="1024" actId="1076"/>
        <pc:sldMkLst>
          <pc:docMk/>
          <pc:sldMk cId="3745957776" sldId="319"/>
        </pc:sldMkLst>
        <pc:spChg chg="mod">
          <ac:chgData name="sayedasia7@gmail.com" userId="19a02cc00a96fed7" providerId="LiveId" clId="{5EE26681-438A-40EC-87F5-DB81400B844C}" dt="2023-06-14T19:42:03.083" v="1022" actId="20577"/>
          <ac:spMkLst>
            <pc:docMk/>
            <pc:sldMk cId="3745957776" sldId="319"/>
            <ac:spMk id="2" creationId="{783C5B99-6A86-9E5C-6D7D-1B7DACF9B831}"/>
          </ac:spMkLst>
        </pc:spChg>
        <pc:spChg chg="del">
          <ac:chgData name="sayedasia7@gmail.com" userId="19a02cc00a96fed7" providerId="LiveId" clId="{5EE26681-438A-40EC-87F5-DB81400B844C}" dt="2023-06-14T19:41:43.032" v="1006" actId="931"/>
          <ac:spMkLst>
            <pc:docMk/>
            <pc:sldMk cId="3745957776" sldId="319"/>
            <ac:spMk id="3" creationId="{687085C2-80DE-ABF9-1D56-8157B56AF4A3}"/>
          </ac:spMkLst>
        </pc:spChg>
        <pc:picChg chg="add mod">
          <ac:chgData name="sayedasia7@gmail.com" userId="19a02cc00a96fed7" providerId="LiveId" clId="{5EE26681-438A-40EC-87F5-DB81400B844C}" dt="2023-06-14T19:40:27.092" v="1002"/>
          <ac:picMkLst>
            <pc:docMk/>
            <pc:sldMk cId="3745957776" sldId="319"/>
            <ac:picMk id="6" creationId="{CE6B9671-3550-E4DB-3215-C23A213EDA41}"/>
          </ac:picMkLst>
        </pc:picChg>
        <pc:picChg chg="add mod">
          <ac:chgData name="sayedasia7@gmail.com" userId="19a02cc00a96fed7" providerId="LiveId" clId="{5EE26681-438A-40EC-87F5-DB81400B844C}" dt="2023-06-14T19:42:14.684" v="1024" actId="1076"/>
          <ac:picMkLst>
            <pc:docMk/>
            <pc:sldMk cId="3745957776" sldId="319"/>
            <ac:picMk id="7" creationId="{0F8219AC-6111-4065-44EE-800B8016A5A2}"/>
          </ac:picMkLst>
        </pc:picChg>
        <pc:picChg chg="add mod">
          <ac:chgData name="sayedasia7@gmail.com" userId="19a02cc00a96fed7" providerId="LiveId" clId="{5EE26681-438A-40EC-87F5-DB81400B844C}" dt="2023-06-14T19:41:52.926" v="1008" actId="27614"/>
          <ac:picMkLst>
            <pc:docMk/>
            <pc:sldMk cId="3745957776" sldId="319"/>
            <ac:picMk id="9" creationId="{2F35220C-5E5D-7137-8DF9-A17F93C443AC}"/>
          </ac:picMkLst>
        </pc:picChg>
      </pc:sldChg>
      <pc:sldChg chg="addSp delSp modSp new mod">
        <pc:chgData name="sayedasia7@gmail.com" userId="19a02cc00a96fed7" providerId="LiveId" clId="{5EE26681-438A-40EC-87F5-DB81400B844C}" dt="2023-06-14T19:46:15.228" v="1030" actId="962"/>
        <pc:sldMkLst>
          <pc:docMk/>
          <pc:sldMk cId="584750688" sldId="320"/>
        </pc:sldMkLst>
        <pc:spChg chg="mod">
          <ac:chgData name="sayedasia7@gmail.com" userId="19a02cc00a96fed7" providerId="LiveId" clId="{5EE26681-438A-40EC-87F5-DB81400B844C}" dt="2023-06-14T19:42:36.763" v="1027" actId="122"/>
          <ac:spMkLst>
            <pc:docMk/>
            <pc:sldMk cId="584750688" sldId="320"/>
            <ac:spMk id="2" creationId="{A3A8619B-9DA9-DDB0-532B-72047545DC50}"/>
          </ac:spMkLst>
        </pc:spChg>
        <pc:spChg chg="del">
          <ac:chgData name="sayedasia7@gmail.com" userId="19a02cc00a96fed7" providerId="LiveId" clId="{5EE26681-438A-40EC-87F5-DB81400B844C}" dt="2023-06-14T19:46:10.436" v="1028" actId="931"/>
          <ac:spMkLst>
            <pc:docMk/>
            <pc:sldMk cId="584750688" sldId="320"/>
            <ac:spMk id="3" creationId="{DFDBAB05-18C6-9C63-8B01-70B71EA7746F}"/>
          </ac:spMkLst>
        </pc:spChg>
        <pc:picChg chg="add mod">
          <ac:chgData name="sayedasia7@gmail.com" userId="19a02cc00a96fed7" providerId="LiveId" clId="{5EE26681-438A-40EC-87F5-DB81400B844C}" dt="2023-06-14T19:42:22.085" v="1025"/>
          <ac:picMkLst>
            <pc:docMk/>
            <pc:sldMk cId="584750688" sldId="320"/>
            <ac:picMk id="6" creationId="{F92D1628-F278-8299-C3E8-06401406D79A}"/>
          </ac:picMkLst>
        </pc:picChg>
        <pc:picChg chg="add mod">
          <ac:chgData name="sayedasia7@gmail.com" userId="19a02cc00a96fed7" providerId="LiveId" clId="{5EE26681-438A-40EC-87F5-DB81400B844C}" dt="2023-06-14T19:42:22.085" v="1025"/>
          <ac:picMkLst>
            <pc:docMk/>
            <pc:sldMk cId="584750688" sldId="320"/>
            <ac:picMk id="7" creationId="{0BC4BF32-9699-38B0-ED02-B97DCDFAAA7B}"/>
          </ac:picMkLst>
        </pc:picChg>
        <pc:picChg chg="add mod">
          <ac:chgData name="sayedasia7@gmail.com" userId="19a02cc00a96fed7" providerId="LiveId" clId="{5EE26681-438A-40EC-87F5-DB81400B844C}" dt="2023-06-14T19:46:15.228" v="1030" actId="962"/>
          <ac:picMkLst>
            <pc:docMk/>
            <pc:sldMk cId="584750688" sldId="320"/>
            <ac:picMk id="9" creationId="{70CDB9B6-014F-6305-7246-2F0C04CD9B99}"/>
          </ac:picMkLst>
        </pc:picChg>
      </pc:sldChg>
      <pc:sldChg chg="addSp delSp modSp new mod">
        <pc:chgData name="sayedasia7@gmail.com" userId="19a02cc00a96fed7" providerId="LiveId" clId="{5EE26681-438A-40EC-87F5-DB81400B844C}" dt="2023-06-14T21:05:29.104" v="1074" actId="20577"/>
        <pc:sldMkLst>
          <pc:docMk/>
          <pc:sldMk cId="3083368130" sldId="321"/>
        </pc:sldMkLst>
        <pc:spChg chg="mod">
          <ac:chgData name="sayedasia7@gmail.com" userId="19a02cc00a96fed7" providerId="LiveId" clId="{5EE26681-438A-40EC-87F5-DB81400B844C}" dt="2023-06-14T21:05:29.104" v="1074" actId="20577"/>
          <ac:spMkLst>
            <pc:docMk/>
            <pc:sldMk cId="3083368130" sldId="321"/>
            <ac:spMk id="2" creationId="{F952BF31-1B73-43CC-69F2-090DED5C5791}"/>
          </ac:spMkLst>
        </pc:spChg>
        <pc:spChg chg="del">
          <ac:chgData name="sayedasia7@gmail.com" userId="19a02cc00a96fed7" providerId="LiveId" clId="{5EE26681-438A-40EC-87F5-DB81400B844C}" dt="2023-06-14T20:55:21.372" v="1048" actId="931"/>
          <ac:spMkLst>
            <pc:docMk/>
            <pc:sldMk cId="3083368130" sldId="321"/>
            <ac:spMk id="3" creationId="{1462A44A-51AB-0868-ADA0-8C9C57276D34}"/>
          </ac:spMkLst>
        </pc:spChg>
        <pc:picChg chg="add mod">
          <ac:chgData name="sayedasia7@gmail.com" userId="19a02cc00a96fed7" providerId="LiveId" clId="{5EE26681-438A-40EC-87F5-DB81400B844C}" dt="2023-06-14T20:54:48.328" v="1045" actId="1076"/>
          <ac:picMkLst>
            <pc:docMk/>
            <pc:sldMk cId="3083368130" sldId="321"/>
            <ac:picMk id="6" creationId="{52460C4A-63F2-A590-B1ED-1A92B1D16F8F}"/>
          </ac:picMkLst>
        </pc:picChg>
        <pc:picChg chg="add mod">
          <ac:chgData name="sayedasia7@gmail.com" userId="19a02cc00a96fed7" providerId="LiveId" clId="{5EE26681-438A-40EC-87F5-DB81400B844C}" dt="2023-06-14T21:04:32.911" v="1055" actId="1076"/>
          <ac:picMkLst>
            <pc:docMk/>
            <pc:sldMk cId="3083368130" sldId="321"/>
            <ac:picMk id="7" creationId="{DB280BD3-1CBD-2065-F19D-C93EC8A0DDD8}"/>
          </ac:picMkLst>
        </pc:picChg>
        <pc:picChg chg="add mod">
          <ac:chgData name="sayedasia7@gmail.com" userId="19a02cc00a96fed7" providerId="LiveId" clId="{5EE26681-438A-40EC-87F5-DB81400B844C}" dt="2023-06-14T20:55:27.594" v="1051" actId="14100"/>
          <ac:picMkLst>
            <pc:docMk/>
            <pc:sldMk cId="3083368130" sldId="321"/>
            <ac:picMk id="9" creationId="{75CA3EB6-A6F4-A327-535B-AB4FE99A37E7}"/>
          </ac:picMkLst>
        </pc:picChg>
      </pc:sldChg>
      <pc:sldChg chg="new del">
        <pc:chgData name="sayedasia7@gmail.com" userId="19a02cc00a96fed7" providerId="LiveId" clId="{5EE26681-438A-40EC-87F5-DB81400B844C}" dt="2023-06-14T20:54:18.659" v="1040" actId="680"/>
        <pc:sldMkLst>
          <pc:docMk/>
          <pc:sldMk cId="3986739617" sldId="321"/>
        </pc:sldMkLst>
      </pc:sldChg>
      <pc:sldChg chg="addSp delSp modSp new mod">
        <pc:chgData name="sayedasia7@gmail.com" userId="19a02cc00a96fed7" providerId="LiveId" clId="{5EE26681-438A-40EC-87F5-DB81400B844C}" dt="2023-06-14T21:06:31.860" v="1083" actId="962"/>
        <pc:sldMkLst>
          <pc:docMk/>
          <pc:sldMk cId="2457460966" sldId="322"/>
        </pc:sldMkLst>
        <pc:spChg chg="mod">
          <ac:chgData name="sayedasia7@gmail.com" userId="19a02cc00a96fed7" providerId="LiveId" clId="{5EE26681-438A-40EC-87F5-DB81400B844C}" dt="2023-06-14T21:05:41.170" v="1076" actId="122"/>
          <ac:spMkLst>
            <pc:docMk/>
            <pc:sldMk cId="2457460966" sldId="322"/>
            <ac:spMk id="2" creationId="{A70437FE-399A-1B62-C676-8C85CA277B0F}"/>
          </ac:spMkLst>
        </pc:spChg>
        <pc:spChg chg="del">
          <ac:chgData name="sayedasia7@gmail.com" userId="19a02cc00a96fed7" providerId="LiveId" clId="{5EE26681-438A-40EC-87F5-DB81400B844C}" dt="2023-06-14T21:06:29.954" v="1081" actId="931"/>
          <ac:spMkLst>
            <pc:docMk/>
            <pc:sldMk cId="2457460966" sldId="322"/>
            <ac:spMk id="3" creationId="{E4A75071-4A68-AEC2-1BF6-CA12E1759277}"/>
          </ac:spMkLst>
        </pc:spChg>
        <pc:picChg chg="add mod">
          <ac:chgData name="sayedasia7@gmail.com" userId="19a02cc00a96fed7" providerId="LiveId" clId="{5EE26681-438A-40EC-87F5-DB81400B844C}" dt="2023-06-14T21:04:50.633" v="1059" actId="1076"/>
          <ac:picMkLst>
            <pc:docMk/>
            <pc:sldMk cId="2457460966" sldId="322"/>
            <ac:picMk id="6" creationId="{CC41A9F7-1ADD-E788-5A12-5367C5EE016B}"/>
          </ac:picMkLst>
        </pc:picChg>
        <pc:picChg chg="add mod">
          <ac:chgData name="sayedasia7@gmail.com" userId="19a02cc00a96fed7" providerId="LiveId" clId="{5EE26681-438A-40EC-87F5-DB81400B844C}" dt="2023-06-14T21:04:45.655" v="1058" actId="1076"/>
          <ac:picMkLst>
            <pc:docMk/>
            <pc:sldMk cId="2457460966" sldId="322"/>
            <ac:picMk id="7" creationId="{6562E5D8-195F-ECD3-9E54-6EAB9D91E29B}"/>
          </ac:picMkLst>
        </pc:picChg>
        <pc:picChg chg="add mod">
          <ac:chgData name="sayedasia7@gmail.com" userId="19a02cc00a96fed7" providerId="LiveId" clId="{5EE26681-438A-40EC-87F5-DB81400B844C}" dt="2023-06-14T21:06:31.860" v="1083" actId="962"/>
          <ac:picMkLst>
            <pc:docMk/>
            <pc:sldMk cId="2457460966" sldId="322"/>
            <ac:picMk id="9" creationId="{52013D1F-D5E2-F823-E6DF-23E092523548}"/>
          </ac:picMkLst>
        </pc:picChg>
      </pc:sldChg>
      <pc:sldChg chg="addSp delSp modSp new mod">
        <pc:chgData name="sayedasia7@gmail.com" userId="19a02cc00a96fed7" providerId="LiveId" clId="{5EE26681-438A-40EC-87F5-DB81400B844C}" dt="2023-06-14T21:16:36.962" v="1086" actId="962"/>
        <pc:sldMkLst>
          <pc:docMk/>
          <pc:sldMk cId="445891731" sldId="323"/>
        </pc:sldMkLst>
        <pc:spChg chg="mod">
          <ac:chgData name="sayedasia7@gmail.com" userId="19a02cc00a96fed7" providerId="LiveId" clId="{5EE26681-438A-40EC-87F5-DB81400B844C}" dt="2023-06-14T21:06:02.896" v="1080" actId="122"/>
          <ac:spMkLst>
            <pc:docMk/>
            <pc:sldMk cId="445891731" sldId="323"/>
            <ac:spMk id="2" creationId="{9F96EC87-74FE-C9A6-425F-33A0EC1EE39E}"/>
          </ac:spMkLst>
        </pc:spChg>
        <pc:spChg chg="del">
          <ac:chgData name="sayedasia7@gmail.com" userId="19a02cc00a96fed7" providerId="LiveId" clId="{5EE26681-438A-40EC-87F5-DB81400B844C}" dt="2023-06-14T21:16:34.441" v="1084" actId="931"/>
          <ac:spMkLst>
            <pc:docMk/>
            <pc:sldMk cId="445891731" sldId="323"/>
            <ac:spMk id="3" creationId="{E2200E01-EAE6-DD9A-BCC2-C0CF06E58B2E}"/>
          </ac:spMkLst>
        </pc:spChg>
        <pc:picChg chg="add mod">
          <ac:chgData name="sayedasia7@gmail.com" userId="19a02cc00a96fed7" providerId="LiveId" clId="{5EE26681-438A-40EC-87F5-DB81400B844C}" dt="2023-06-14T21:04:59.798" v="1060"/>
          <ac:picMkLst>
            <pc:docMk/>
            <pc:sldMk cId="445891731" sldId="323"/>
            <ac:picMk id="6" creationId="{F817197A-FD48-0233-6F99-A7C2B103994F}"/>
          </ac:picMkLst>
        </pc:picChg>
        <pc:picChg chg="add mod">
          <ac:chgData name="sayedasia7@gmail.com" userId="19a02cc00a96fed7" providerId="LiveId" clId="{5EE26681-438A-40EC-87F5-DB81400B844C}" dt="2023-06-14T21:04:59.798" v="1060"/>
          <ac:picMkLst>
            <pc:docMk/>
            <pc:sldMk cId="445891731" sldId="323"/>
            <ac:picMk id="7" creationId="{E17650F7-ADBF-4121-89E8-3B0E266645A7}"/>
          </ac:picMkLst>
        </pc:picChg>
        <pc:picChg chg="add mod">
          <ac:chgData name="sayedasia7@gmail.com" userId="19a02cc00a96fed7" providerId="LiveId" clId="{5EE26681-438A-40EC-87F5-DB81400B844C}" dt="2023-06-14T21:16:36.962" v="1086" actId="962"/>
          <ac:picMkLst>
            <pc:docMk/>
            <pc:sldMk cId="445891731" sldId="323"/>
            <ac:picMk id="9" creationId="{A9152645-EE0D-FDD5-648B-91B06F67F90E}"/>
          </ac:picMkLst>
        </pc:picChg>
      </pc:sldChg>
      <pc:sldChg chg="addSp modSp new mod">
        <pc:chgData name="sayedasia7@gmail.com" userId="19a02cc00a96fed7" providerId="LiveId" clId="{5EE26681-438A-40EC-87F5-DB81400B844C}" dt="2023-06-14T21:05:56.727" v="1079" actId="122"/>
        <pc:sldMkLst>
          <pc:docMk/>
          <pc:sldMk cId="927967972" sldId="324"/>
        </pc:sldMkLst>
        <pc:spChg chg="mod">
          <ac:chgData name="sayedasia7@gmail.com" userId="19a02cc00a96fed7" providerId="LiveId" clId="{5EE26681-438A-40EC-87F5-DB81400B844C}" dt="2023-06-14T21:05:56.727" v="1079" actId="122"/>
          <ac:spMkLst>
            <pc:docMk/>
            <pc:sldMk cId="927967972" sldId="324"/>
            <ac:spMk id="2" creationId="{E1130AB2-CAA3-C06A-CBD5-FF8071071DCB}"/>
          </ac:spMkLst>
        </pc:spChg>
        <pc:picChg chg="add mod">
          <ac:chgData name="sayedasia7@gmail.com" userId="19a02cc00a96fed7" providerId="LiveId" clId="{5EE26681-438A-40EC-87F5-DB81400B844C}" dt="2023-06-14T21:05:05.459" v="1061"/>
          <ac:picMkLst>
            <pc:docMk/>
            <pc:sldMk cId="927967972" sldId="324"/>
            <ac:picMk id="6" creationId="{1EE1EBDD-E814-6989-F3D3-5FF5689DE727}"/>
          </ac:picMkLst>
        </pc:picChg>
        <pc:picChg chg="add mod">
          <ac:chgData name="sayedasia7@gmail.com" userId="19a02cc00a96fed7" providerId="LiveId" clId="{5EE26681-438A-40EC-87F5-DB81400B844C}" dt="2023-06-14T21:05:05.459" v="1061"/>
          <ac:picMkLst>
            <pc:docMk/>
            <pc:sldMk cId="927967972" sldId="324"/>
            <ac:picMk id="7" creationId="{1B59139E-ACAE-9DE0-40F2-B6C9CE263BB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5cb140357f4f39d/&#1513;&#1493;&#1500;&#1495;&#1503;%20&#1492;&#1506;&#1489;&#1493;&#1491;&#1492;/&#1502;&#1489;&#1495;&#1503;%20&#1513;&#1502;&#1493;&#1513;&#1497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 dirty="0"/>
              <a:t>גרף</a:t>
            </a:r>
            <a:r>
              <a:rPr lang="he-IL" baseline="0" dirty="0"/>
              <a:t> מבחן שימושי</a:t>
            </a:r>
            <a:endParaRPr lang="he-IL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גיליון1!$J$22</c:f>
              <c:strCache>
                <c:ptCount val="1"/>
                <c:pt idx="0">
                  <c:v>מס נסיון3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גיליון1!$K$21:$S$21</c:f>
              <c:strCache>
                <c:ptCount val="7"/>
                <c:pt idx="0">
                  <c:v>משתתף 3</c:v>
                </c:pt>
                <c:pt idx="4">
                  <c:v>משתתף2</c:v>
                </c:pt>
                <c:pt idx="6">
                  <c:v>משתתף 1</c:v>
                </c:pt>
              </c:strCache>
            </c:strRef>
          </c:cat>
          <c:val>
            <c:numRef>
              <c:f>גיליון1!$K$22:$S$22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41-4B74-9F7A-9AE1307B8782}"/>
            </c:ext>
          </c:extLst>
        </c:ser>
        <c:ser>
          <c:idx val="1"/>
          <c:order val="1"/>
          <c:tx>
            <c:strRef>
              <c:f>גיליון1!$J$23</c:f>
              <c:strCache>
                <c:ptCount val="1"/>
                <c:pt idx="0">
                  <c:v>2.23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גיליון1!$K$21:$S$21</c:f>
              <c:strCache>
                <c:ptCount val="7"/>
                <c:pt idx="0">
                  <c:v>משתתף 3</c:v>
                </c:pt>
                <c:pt idx="4">
                  <c:v>משתתף2</c:v>
                </c:pt>
                <c:pt idx="6">
                  <c:v>משתתף 1</c:v>
                </c:pt>
              </c:strCache>
            </c:strRef>
          </c:cat>
          <c:val>
            <c:numRef>
              <c:f>גיליון1!$K$23:$S$23</c:f>
              <c:numCache>
                <c:formatCode>General</c:formatCode>
                <c:ptCount val="9"/>
                <c:pt idx="0">
                  <c:v>1.2</c:v>
                </c:pt>
                <c:pt idx="1">
                  <c:v>2.23</c:v>
                </c:pt>
                <c:pt idx="2">
                  <c:v>1.4</c:v>
                </c:pt>
                <c:pt idx="3">
                  <c:v>3.13</c:v>
                </c:pt>
                <c:pt idx="4">
                  <c:v>3.26</c:v>
                </c:pt>
                <c:pt idx="5">
                  <c:v>2.2799999999999998</c:v>
                </c:pt>
                <c:pt idx="6">
                  <c:v>2.2000000000000002</c:v>
                </c:pt>
                <c:pt idx="7">
                  <c:v>1.44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41-4B74-9F7A-9AE1307B8782}"/>
            </c:ext>
          </c:extLst>
        </c:ser>
        <c:ser>
          <c:idx val="2"/>
          <c:order val="2"/>
          <c:tx>
            <c:strRef>
              <c:f>גיליון1!$J$24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גיליון1!$K$21:$S$21</c:f>
              <c:strCache>
                <c:ptCount val="7"/>
                <c:pt idx="0">
                  <c:v>משתתף 3</c:v>
                </c:pt>
                <c:pt idx="4">
                  <c:v>משתתף2</c:v>
                </c:pt>
                <c:pt idx="6">
                  <c:v>משתתף 1</c:v>
                </c:pt>
              </c:strCache>
            </c:strRef>
          </c:cat>
          <c:val>
            <c:numRef>
              <c:f>גיליון1!$K$24:$S$24</c:f>
              <c:numCache>
                <c:formatCode>General</c:formatCode>
                <c:ptCount val="9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41-4B74-9F7A-9AE1307B8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984592"/>
        <c:axId val="116982672"/>
      </c:barChart>
      <c:catAx>
        <c:axId val="116984592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16982672"/>
        <c:crosses val="autoZero"/>
        <c:auto val="1"/>
        <c:lblAlgn val="ctr"/>
        <c:lblOffset val="100"/>
        <c:noMultiLvlLbl val="0"/>
      </c:catAx>
      <c:valAx>
        <c:axId val="116982672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16984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EB44309-59AB-4154-8401-4692507AA0EF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BE3E420-B115-4E9C-8452-725E3CC89C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338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996D-35FB-48F1-8911-F971A2C9B7B2}" type="datetime8">
              <a:rPr lang="he-IL" smtClean="0"/>
              <a:t>14 יוני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3503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E22D-820C-4DC6-821D-58235990FF05}" type="datetime8">
              <a:rPr lang="he-IL" smtClean="0"/>
              <a:t>14 יוני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0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FACA-D555-4E98-8F5C-AFB5765B265A}" type="datetime8">
              <a:rPr lang="he-IL" smtClean="0"/>
              <a:t>14 יוני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571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DD76-30D2-4218-BB31-0405B1998C85}" type="datetime8">
              <a:rPr lang="he-IL" smtClean="0"/>
              <a:t>14 יוני 23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078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685E-9359-4DB4-B9E1-D6790848C100}" type="datetime8">
              <a:rPr lang="he-IL" smtClean="0"/>
              <a:t>14 יוני 23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0050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7EE15-71CE-4505-8CB6-501B216FA7C3}" type="datetime8">
              <a:rPr lang="he-IL" smtClean="0"/>
              <a:t>14 יוני 23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629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B19C-2015-4656-BE24-A34BD99623E1}" type="datetime8">
              <a:rPr lang="he-IL" smtClean="0"/>
              <a:t>14 יוני 23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316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B3EA-A3B0-4999-9E21-597F74A5A85B}" type="datetime8">
              <a:rPr lang="he-IL" smtClean="0"/>
              <a:t>14 יוני 23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7085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06653-546F-4C8A-879B-464809124849}" type="datetime8">
              <a:rPr lang="he-IL" smtClean="0"/>
              <a:t>14 יוני 23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882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1261-0055-468A-BA63-1EB3C4EC2B26}" type="datetime8">
              <a:rPr lang="he-IL" smtClean="0"/>
              <a:t>14 יוני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939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A999-495C-4827-A0C4-1845A171A287}" type="datetime8">
              <a:rPr lang="he-IL" smtClean="0"/>
              <a:t>14 יוני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2202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E3AB1-AD2A-4E98-B8B8-4876BE702A8E}" type="datetime8">
              <a:rPr lang="he-IL" smtClean="0"/>
              <a:t>14 יוני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6FA0C-1858-47C0-9E86-85B1D08E35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216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tmp"/><Relationship Id="rId4" Type="http://schemas.openxmlformats.org/officeDocument/2006/relationships/image" Target="../media/image2.tm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7" Type="http://schemas.openxmlformats.org/officeDocument/2006/relationships/image" Target="../media/image17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tmp"/><Relationship Id="rId5" Type="http://schemas.openxmlformats.org/officeDocument/2006/relationships/image" Target="../media/image15.tmp"/><Relationship Id="rId4" Type="http://schemas.openxmlformats.org/officeDocument/2006/relationships/image" Target="../media/image14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tm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tm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tmp"/><Relationship Id="rId4" Type="http://schemas.openxmlformats.org/officeDocument/2006/relationships/image" Target="../media/image33.tm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tmp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23F36FEB-589C-4EC1-82B9-66F5A8D45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4AEA59B-0655-45D7-9CE1-8CFADC7C5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431" y="141300"/>
            <a:ext cx="2109459" cy="44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1500" b="1" dirty="0">
                <a:latin typeface="Times New Roman" pitchFamily="18" charset="0"/>
                <a:cs typeface="+mj-cs"/>
              </a:rPr>
              <a:t>פרויקט גמר בקורס – תשפ"ג</a:t>
            </a:r>
            <a:br>
              <a:rPr lang="he-IL" sz="1500" b="1" dirty="0">
                <a:latin typeface="Times New Roman" pitchFamily="18" charset="0"/>
                <a:cs typeface="+mj-cs"/>
              </a:rPr>
            </a:br>
            <a:r>
              <a:rPr lang="he-IL" sz="1500" b="1" dirty="0">
                <a:latin typeface="Times New Roman" pitchFamily="18" charset="0"/>
                <a:cs typeface="+mj-cs"/>
              </a:rPr>
              <a:t>8.06.2023</a:t>
            </a:r>
          </a:p>
        </p:txBody>
      </p:sp>
      <p:sp>
        <p:nvSpPr>
          <p:cNvPr id="7" name="מלבן 3">
            <a:extLst>
              <a:ext uri="{FF2B5EF4-FFF2-40B4-BE49-F238E27FC236}">
                <a16:creationId xmlns:a16="http://schemas.microsoft.com/office/drawing/2014/main" id="{E37465B1-87F5-49F6-8EEB-0FE54ABA3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744" y="2102483"/>
            <a:ext cx="3419475" cy="2111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sz="1600" b="1" dirty="0">
                <a:latin typeface="David" panose="020E0502060401010101" pitchFamily="34" charset="-79"/>
                <a:cs typeface="David" panose="020E0502060401010101" pitchFamily="34" charset="-79"/>
              </a:rPr>
              <a:t>מגישים: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סוהילה מסעודיין- ניהול תעשייתי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sz="1600" dirty="0" err="1">
                <a:latin typeface="David" panose="020E0502060401010101" pitchFamily="34" charset="-79"/>
                <a:cs typeface="David" panose="020E0502060401010101" pitchFamily="34" charset="-79"/>
              </a:rPr>
              <a:t>אסיא</a:t>
            </a: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1600" dirty="0" err="1">
                <a:latin typeface="David" panose="020E0502060401010101" pitchFamily="34" charset="-79"/>
                <a:cs typeface="David" panose="020E0502060401010101" pitchFamily="34" charset="-79"/>
              </a:rPr>
              <a:t>אלסייד</a:t>
            </a: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- ניהול תעשייתי</a:t>
            </a:r>
          </a:p>
          <a:p>
            <a:pPr algn="r" rtl="1">
              <a:spcBef>
                <a:spcPct val="50000"/>
              </a:spcBef>
            </a:pP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מרים אבו כף- ניהול תעשייתי</a:t>
            </a:r>
          </a:p>
          <a:p>
            <a:pPr algn="r" rtl="1">
              <a:spcBef>
                <a:spcPct val="50000"/>
              </a:spcBef>
            </a:pPr>
            <a:r>
              <a:rPr lang="he-IL" sz="1600" dirty="0" err="1">
                <a:latin typeface="David" panose="020E0502060401010101" pitchFamily="34" charset="-79"/>
                <a:cs typeface="David" panose="020E0502060401010101" pitchFamily="34" charset="-79"/>
              </a:rPr>
              <a:t>עאישה</a:t>
            </a: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 אבו </a:t>
            </a:r>
            <a:r>
              <a:rPr lang="he-IL" sz="1600" dirty="0" err="1">
                <a:latin typeface="David" panose="020E0502060401010101" pitchFamily="34" charset="-79"/>
                <a:cs typeface="David" panose="020E0502060401010101" pitchFamily="34" charset="-79"/>
              </a:rPr>
              <a:t>גאעפר</a:t>
            </a: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- ניהול תעשייתי</a:t>
            </a:r>
          </a:p>
          <a:p>
            <a:pPr algn="r" rtl="1" eaLnBrk="1" hangingPunct="1">
              <a:spcBef>
                <a:spcPct val="20000"/>
              </a:spcBef>
            </a:pPr>
            <a:r>
              <a:rPr lang="he-IL" sz="1600" b="1" dirty="0">
                <a:latin typeface="David" panose="020E0502060401010101" pitchFamily="34" charset="-79"/>
                <a:cs typeface="David" panose="020E0502060401010101" pitchFamily="34" charset="-79"/>
              </a:rPr>
              <a:t>מקור הפרויקט: </a:t>
            </a: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סטודנטים</a:t>
            </a:r>
          </a:p>
        </p:txBody>
      </p:sp>
      <p:sp>
        <p:nvSpPr>
          <p:cNvPr id="10" name="מלבן 3">
            <a:extLst>
              <a:ext uri="{FF2B5EF4-FFF2-40B4-BE49-F238E27FC236}">
                <a16:creationId xmlns:a16="http://schemas.microsoft.com/office/drawing/2014/main" id="{B97F17C7-A38C-453B-88D9-49B8F77E1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793" y="1219909"/>
            <a:ext cx="67349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>
              <a:spcBef>
                <a:spcPct val="20000"/>
              </a:spcBef>
            </a:pP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מערכת מידע לניהול הטיולים בחברת "טיול להנאתך"</a:t>
            </a: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8012E108-226C-4ED1-8299-79A647CD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008FF204-E5A6-41F6-8144-DE2D1F867AD5}"/>
              </a:ext>
            </a:extLst>
          </p:cNvPr>
          <p:cNvSpPr/>
          <p:nvPr/>
        </p:nvSpPr>
        <p:spPr>
          <a:xfrm>
            <a:off x="1151792" y="4500260"/>
            <a:ext cx="696242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914400" rtl="1">
              <a:spcBef>
                <a:spcPct val="50000"/>
              </a:spcBef>
              <a:defRPr/>
            </a:pPr>
            <a:r>
              <a:rPr lang="he-IL" b="1" u="sng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תחום מקצועי</a:t>
            </a:r>
            <a:r>
              <a:rPr lang="he-IL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מערכות מידע                        </a:t>
            </a:r>
            <a:r>
              <a:rPr lang="he-IL" b="1" u="sng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ענף</a:t>
            </a:r>
            <a:r>
              <a:rPr lang="he-IL" b="1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r>
              <a:rPr lang="he-IL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מחשוב</a:t>
            </a:r>
          </a:p>
          <a:p>
            <a:pPr lvl="0" algn="r" defTabSz="914400" rtl="1">
              <a:spcBef>
                <a:spcPct val="50000"/>
              </a:spcBef>
              <a:defRPr/>
            </a:pPr>
            <a:r>
              <a:rPr lang="he-IL" b="1" u="sng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מילות מפתח</a:t>
            </a:r>
            <a:r>
              <a:rPr lang="he-IL" b="1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1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אב טיפוס, תרשים תהליך, תרשים </a:t>
            </a:r>
            <a:r>
              <a:rPr lang="en-US" sz="1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SIPOC</a:t>
            </a:r>
            <a:r>
              <a:rPr lang="he-IL" sz="1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en-US" sz="1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ERD </a:t>
            </a:r>
            <a:r>
              <a:rPr lang="he-IL" sz="1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en-US" sz="1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DFD</a:t>
            </a:r>
            <a:r>
              <a:rPr lang="he-IL" sz="1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 </a:t>
            </a:r>
            <a:r>
              <a:rPr lang="en-US" sz="1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USE CASE</a:t>
            </a:r>
            <a:r>
              <a:rPr lang="he-IL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8" name="מלבן 3">
            <a:extLst>
              <a:ext uri="{FF2B5EF4-FFF2-40B4-BE49-F238E27FC236}">
                <a16:creationId xmlns:a16="http://schemas.microsoft.com/office/drawing/2014/main" id="{6051896E-07B0-4FC8-BD6F-A98B33735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782" y="2245698"/>
            <a:ext cx="34194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sz="1600" b="1" dirty="0">
                <a:latin typeface="David" panose="020E0502060401010101" pitchFamily="34" charset="-79"/>
                <a:cs typeface="David" panose="020E0502060401010101" pitchFamily="34" charset="-79"/>
              </a:rPr>
              <a:t>מרצה הקורס: ד"ר אינסה </a:t>
            </a:r>
            <a:r>
              <a:rPr lang="he-IL" sz="1600" b="1" dirty="0" err="1">
                <a:latin typeface="David" panose="020E0502060401010101" pitchFamily="34" charset="-79"/>
                <a:cs typeface="David" panose="020E0502060401010101" pitchFamily="34" charset="-79"/>
              </a:rPr>
              <a:t>איינבינדר</a:t>
            </a:r>
            <a:endParaRPr lang="he-IL" sz="16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 rtl="1">
              <a:spcBef>
                <a:spcPct val="50000"/>
              </a:spcBef>
            </a:pPr>
            <a:r>
              <a:rPr lang="he-IL" sz="1600" b="1" dirty="0">
                <a:latin typeface="David" panose="020E0502060401010101" pitchFamily="34" charset="-79"/>
                <a:cs typeface="David" panose="020E0502060401010101" pitchFamily="34" charset="-79"/>
              </a:rPr>
              <a:t>מרצה הפרויקט: </a:t>
            </a:r>
            <a:r>
              <a:rPr lang="he-IL" sz="1600" b="1" dirty="0" err="1">
                <a:latin typeface="David" panose="020E0502060401010101" pitchFamily="34" charset="-79"/>
                <a:cs typeface="David" panose="020E0502060401010101" pitchFamily="34" charset="-79"/>
              </a:rPr>
              <a:t>טקיאר</a:t>
            </a:r>
            <a:r>
              <a:rPr lang="he-IL" sz="1600" b="1" dirty="0">
                <a:latin typeface="David" panose="020E0502060401010101" pitchFamily="34" charset="-79"/>
                <a:cs typeface="David" panose="020E0502060401010101" pitchFamily="34" charset="-79"/>
              </a:rPr>
              <a:t> יוסי</a:t>
            </a:r>
          </a:p>
          <a:p>
            <a:pPr algn="r" rtl="1" eaLnBrk="1" hangingPunct="1">
              <a:spcBef>
                <a:spcPct val="50000"/>
              </a:spcBef>
            </a:pPr>
            <a:endParaRPr lang="he-IL" sz="16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1" name="מציין מיקום תוכן 4">
            <a:extLst>
              <a:ext uri="{FF2B5EF4-FFF2-40B4-BE49-F238E27FC236}">
                <a16:creationId xmlns:a16="http://schemas.microsoft.com/office/drawing/2014/main" id="{A8625B6C-2D38-43A0-856D-575C22499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2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4C5CE5-6437-442B-B9EA-A7787036F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66" y="254561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he-IL" sz="6000" b="1" dirty="0">
                <a:latin typeface="David" panose="020E0502060401010101" pitchFamily="34" charset="-79"/>
                <a:cs typeface="David" panose="020E0502060401010101" pitchFamily="34" charset="-79"/>
              </a:rPr>
              <a:t>שלב התכנון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422AED5-1266-4633-80A2-7A40445D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9DB96B6-1206-4F4A-ABD6-3CB4A9A0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5429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6B4615E-4AA0-42C8-A175-A91E00988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0053"/>
            <a:ext cx="7886700" cy="423789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he-IL" sz="2400" dirty="0">
                <a:latin typeface="David" panose="020E0502060401010101" pitchFamily="34" charset="-79"/>
                <a:ea typeface="Arial"/>
                <a:cs typeface="David" panose="020E0502060401010101" pitchFamily="34" charset="-79"/>
                <a:sym typeface="Arial"/>
              </a:rPr>
              <a:t>רישום כל פרטי הטיולים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מתבצעות באמצעות קבצי אקסל ולכן: </a:t>
            </a:r>
            <a:r>
              <a:rPr lang="he-IL" sz="2400" dirty="0">
                <a:latin typeface="David" panose="020E0502060401010101" pitchFamily="34" charset="-79"/>
                <a:ea typeface="Arial"/>
                <a:cs typeface="David" panose="020E0502060401010101" pitchFamily="34" charset="-79"/>
                <a:sym typeface="Arial"/>
              </a:rPr>
              <a:t>קיימות טעיות הקלדה וישנם נתונים כפולים בצורות רישום שונות, וגם נתונים חסרים.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קיים קושי להפיק דוחות לחברה.</a:t>
            </a:r>
          </a:p>
          <a:p>
            <a:pPr marL="285750" indent="-285750">
              <a:lnSpc>
                <a:spcPct val="160000"/>
              </a:lnSpc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אין מעקב לשביעות רצון הלקוחות.</a:t>
            </a:r>
          </a:p>
          <a:p>
            <a:pPr marL="285750" indent="-285750">
              <a:lnSpc>
                <a:spcPct val="160000"/>
              </a:lnSpc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אין שמירת נתונים לשנים הקודמות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</a:pPr>
            <a:endParaRPr lang="he-IL" dirty="0"/>
          </a:p>
          <a:p>
            <a:pPr marL="285750" indent="-285750">
              <a:lnSpc>
                <a:spcPct val="150000"/>
              </a:lnSpc>
            </a:pP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30FD747-C032-4BE0-B007-400F81CB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5B7ADE0-65C2-4016-993F-BD29A9F4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</a:t>
            </a:fld>
            <a:endParaRPr lang="he-IL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0855ED3-3C7A-4A6B-BE82-6A84DE557BE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694842" y="450204"/>
            <a:ext cx="4462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rtl="1" fontAlgn="auto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sng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  <a:cs typeface="Arial" panose="020B0604020202020204" pitchFamily="34" charset="0"/>
              </a:defRPr>
            </a:lvl1pPr>
            <a:lvl2pPr algn="r" rtl="1" fontAlgn="base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2pPr>
            <a:lvl3pPr algn="r" rtl="1" fontAlgn="base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3pPr>
            <a:lvl4pPr algn="r" rtl="1" fontAlgn="base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4pPr>
            <a:lvl5pPr algn="r" rtl="1" fontAlgn="base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5pPr>
            <a:lvl6pPr algn="r" defTabSz="914400" rtl="1">
              <a:defRPr>
                <a:latin typeface="Arial" pitchFamily="34" charset="0"/>
                <a:cs typeface="Arial" pitchFamily="34" charset="0"/>
              </a:defRPr>
            </a:lvl6pPr>
            <a:lvl7pPr algn="r" defTabSz="914400" rtl="1">
              <a:defRPr>
                <a:latin typeface="Arial" pitchFamily="34" charset="0"/>
                <a:cs typeface="Arial" pitchFamily="34" charset="0"/>
              </a:defRPr>
            </a:lvl7pPr>
            <a:lvl8pPr algn="r" defTabSz="914400" rtl="1">
              <a:defRPr>
                <a:latin typeface="Arial" pitchFamily="34" charset="0"/>
                <a:cs typeface="Arial" pitchFamily="34" charset="0"/>
              </a:defRPr>
            </a:lvl8pPr>
            <a:lvl9pPr algn="r" defTabSz="914400" rtl="1">
              <a:defRPr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he-IL" u="none" dirty="0">
                <a:latin typeface="David" panose="020E0502060401010101" pitchFamily="34" charset="-79"/>
                <a:cs typeface="David" panose="020E0502060401010101" pitchFamily="34" charset="-79"/>
              </a:rPr>
              <a:t>תיאור הצורך במערכת מידע (ייזום)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CFC38FCC-C036-4FBC-81AE-54AA6A84F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8" name="מלבן 3">
            <a:extLst>
              <a:ext uri="{FF2B5EF4-FFF2-40B4-BE49-F238E27FC236}">
                <a16:creationId xmlns:a16="http://schemas.microsoft.com/office/drawing/2014/main" id="{31687BDD-6932-4453-9DD7-F44E82780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96440"/>
            <a:ext cx="9143999" cy="40011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rtl="1" eaLnBrk="1" hangingPunct="1">
              <a:spcBef>
                <a:spcPct val="50000"/>
              </a:spcBef>
            </a:pPr>
            <a:r>
              <a:rPr lang="he-IL" sz="20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הקמת מערכת מידע לניהול טיולים בחברת "טיולים להנאתך"</a:t>
            </a:r>
          </a:p>
        </p:txBody>
      </p:sp>
      <p:pic>
        <p:nvPicPr>
          <p:cNvPr id="10" name="מציין מיקום תוכן 4">
            <a:extLst>
              <a:ext uri="{FF2B5EF4-FFF2-40B4-BE49-F238E27FC236}">
                <a16:creationId xmlns:a16="http://schemas.microsoft.com/office/drawing/2014/main" id="{1EDDA7AA-44DD-468F-88C5-D5080FDDF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0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004E72D-B3B3-4344-B56F-AB13841E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037EFF8-2E3B-4CB5-90CE-E965D92A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73B95E5-43C6-4375-8FAA-284774325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E07A225E-0E49-4D20-A3B6-D53D9DB1A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2746" y="223168"/>
            <a:ext cx="52607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e-IL" sz="2400" b="1" u="sng" dirty="0"/>
              <a:t>תרשים תהליך תעוד ארגון טיול- מצב קיים</a:t>
            </a:r>
            <a:endParaRPr lang="en-US" sz="2400" b="1" baseline="30000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16D9F63C-7ED2-4B5A-955C-4BF15C1DC760}"/>
              </a:ext>
            </a:extLst>
          </p:cNvPr>
          <p:cNvSpPr/>
          <p:nvPr/>
        </p:nvSpPr>
        <p:spPr>
          <a:xfrm>
            <a:off x="1314696" y="936785"/>
            <a:ext cx="1457067" cy="28602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chemeClr val="tx1"/>
                </a:solidFill>
              </a:rPr>
              <a:t>גב' אוריהן חן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9ABF65B7-11B3-4CF0-9C99-353A1B37CFE1}"/>
              </a:ext>
            </a:extLst>
          </p:cNvPr>
          <p:cNvSpPr/>
          <p:nvPr/>
        </p:nvSpPr>
        <p:spPr>
          <a:xfrm>
            <a:off x="4449087" y="950374"/>
            <a:ext cx="942238" cy="29014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chemeClr val="tx1"/>
                </a:solidFill>
              </a:rPr>
              <a:t>מתאמת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C1ABE35E-DDD1-4862-8A3C-1DCD178C4CC0}"/>
              </a:ext>
            </a:extLst>
          </p:cNvPr>
          <p:cNvSpPr/>
          <p:nvPr/>
        </p:nvSpPr>
        <p:spPr>
          <a:xfrm>
            <a:off x="6386893" y="939228"/>
            <a:ext cx="1626577" cy="29014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chemeClr val="tx1"/>
                </a:solidFill>
              </a:rPr>
              <a:t>חברות חיצוניות</a:t>
            </a:r>
          </a:p>
        </p:txBody>
      </p: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8D7C78E3-CABE-437B-AC6D-0484C97B839D}"/>
              </a:ext>
            </a:extLst>
          </p:cNvPr>
          <p:cNvCxnSpPr>
            <a:cxnSpLocks/>
          </p:cNvCxnSpPr>
          <p:nvPr/>
        </p:nvCxnSpPr>
        <p:spPr>
          <a:xfrm flipH="1">
            <a:off x="3924184" y="852854"/>
            <a:ext cx="12989" cy="5433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519E0832-F588-43A0-A929-E5D436AEBD1E}"/>
              </a:ext>
            </a:extLst>
          </p:cNvPr>
          <p:cNvCxnSpPr>
            <a:cxnSpLocks/>
          </p:cNvCxnSpPr>
          <p:nvPr/>
        </p:nvCxnSpPr>
        <p:spPr>
          <a:xfrm flipH="1">
            <a:off x="5928669" y="871235"/>
            <a:ext cx="33699" cy="5437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ישר 23">
            <a:extLst>
              <a:ext uri="{FF2B5EF4-FFF2-40B4-BE49-F238E27FC236}">
                <a16:creationId xmlns:a16="http://schemas.microsoft.com/office/drawing/2014/main" id="{1A8BBDBB-25EB-4CD6-B2A3-AD3EC4C8B4A2}"/>
              </a:ext>
            </a:extLst>
          </p:cNvPr>
          <p:cNvCxnSpPr>
            <a:cxnSpLocks/>
          </p:cNvCxnSpPr>
          <p:nvPr/>
        </p:nvCxnSpPr>
        <p:spPr>
          <a:xfrm flipH="1">
            <a:off x="358619" y="852854"/>
            <a:ext cx="83887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F7F1DFD6-AAEE-4154-B2DF-C14D79EA62A2}"/>
              </a:ext>
            </a:extLst>
          </p:cNvPr>
          <p:cNvCxnSpPr>
            <a:cxnSpLocks/>
          </p:cNvCxnSpPr>
          <p:nvPr/>
        </p:nvCxnSpPr>
        <p:spPr>
          <a:xfrm flipH="1" flipV="1">
            <a:off x="366713" y="6295537"/>
            <a:ext cx="8358553" cy="25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ישר 25">
            <a:extLst>
              <a:ext uri="{FF2B5EF4-FFF2-40B4-BE49-F238E27FC236}">
                <a16:creationId xmlns:a16="http://schemas.microsoft.com/office/drawing/2014/main" id="{141E3222-DF47-4A2F-BD37-22E179331BAB}"/>
              </a:ext>
            </a:extLst>
          </p:cNvPr>
          <p:cNvCxnSpPr>
            <a:cxnSpLocks/>
          </p:cNvCxnSpPr>
          <p:nvPr/>
        </p:nvCxnSpPr>
        <p:spPr>
          <a:xfrm>
            <a:off x="350566" y="852854"/>
            <a:ext cx="8053" cy="5433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ישר 26">
            <a:extLst>
              <a:ext uri="{FF2B5EF4-FFF2-40B4-BE49-F238E27FC236}">
                <a16:creationId xmlns:a16="http://schemas.microsoft.com/office/drawing/2014/main" id="{F54E8067-7F44-4D79-A41D-8D6140DDEF66}"/>
              </a:ext>
            </a:extLst>
          </p:cNvPr>
          <p:cNvCxnSpPr>
            <a:cxnSpLocks/>
          </p:cNvCxnSpPr>
          <p:nvPr/>
        </p:nvCxnSpPr>
        <p:spPr>
          <a:xfrm flipH="1">
            <a:off x="8714168" y="852854"/>
            <a:ext cx="33187" cy="5468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מחבר ישר 30">
            <a:extLst>
              <a:ext uri="{FF2B5EF4-FFF2-40B4-BE49-F238E27FC236}">
                <a16:creationId xmlns:a16="http://schemas.microsoft.com/office/drawing/2014/main" id="{EA12DFF5-CF86-4110-9527-5955B99BE1B9}"/>
              </a:ext>
            </a:extLst>
          </p:cNvPr>
          <p:cNvCxnSpPr>
            <a:cxnSpLocks/>
          </p:cNvCxnSpPr>
          <p:nvPr/>
        </p:nvCxnSpPr>
        <p:spPr>
          <a:xfrm flipH="1">
            <a:off x="366713" y="1348155"/>
            <a:ext cx="8358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תרשים זרימה: מסיים 1">
            <a:extLst>
              <a:ext uri="{FF2B5EF4-FFF2-40B4-BE49-F238E27FC236}">
                <a16:creationId xmlns:a16="http://schemas.microsoft.com/office/drawing/2014/main" id="{CF0621E9-0854-4F3D-8993-611E88CACD5A}"/>
              </a:ext>
            </a:extLst>
          </p:cNvPr>
          <p:cNvSpPr/>
          <p:nvPr/>
        </p:nvSpPr>
        <p:spPr>
          <a:xfrm>
            <a:off x="2227458" y="1381242"/>
            <a:ext cx="1014339" cy="299270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400" dirty="0"/>
              <a:t>התחלה</a:t>
            </a:r>
            <a:endParaRPr lang="he-IL" dirty="0"/>
          </a:p>
        </p:txBody>
      </p:sp>
      <p:sp>
        <p:nvSpPr>
          <p:cNvPr id="20" name="תרשים זרימה: מסיים 19">
            <a:extLst>
              <a:ext uri="{FF2B5EF4-FFF2-40B4-BE49-F238E27FC236}">
                <a16:creationId xmlns:a16="http://schemas.microsoft.com/office/drawing/2014/main" id="{C0B62925-CB23-44C5-8011-B168D0CEE2BA}"/>
              </a:ext>
            </a:extLst>
          </p:cNvPr>
          <p:cNvSpPr/>
          <p:nvPr/>
        </p:nvSpPr>
        <p:spPr>
          <a:xfrm>
            <a:off x="1548175" y="5867453"/>
            <a:ext cx="1038237" cy="369277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סיום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453E83D-D99C-4FB5-97FF-70156F7BC9FD}"/>
              </a:ext>
            </a:extLst>
          </p:cNvPr>
          <p:cNvSpPr/>
          <p:nvPr/>
        </p:nvSpPr>
        <p:spPr>
          <a:xfrm>
            <a:off x="2164298" y="1854703"/>
            <a:ext cx="1146182" cy="6519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הקלדת פרטים ראשונים של הטיול לאקסל</a:t>
            </a:r>
          </a:p>
        </p:txBody>
      </p: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55569CDE-8EDC-4392-8673-EE363D598182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2734628" y="1680512"/>
            <a:ext cx="2761" cy="1741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תרשים זרימה: החלטה 31">
            <a:extLst>
              <a:ext uri="{FF2B5EF4-FFF2-40B4-BE49-F238E27FC236}">
                <a16:creationId xmlns:a16="http://schemas.microsoft.com/office/drawing/2014/main" id="{6D18A9BF-E26C-4749-BA78-7FF3A67D956B}"/>
              </a:ext>
            </a:extLst>
          </p:cNvPr>
          <p:cNvSpPr/>
          <p:nvPr/>
        </p:nvSpPr>
        <p:spPr>
          <a:xfrm>
            <a:off x="2212704" y="2674820"/>
            <a:ext cx="1053520" cy="562831"/>
          </a:xfrm>
          <a:prstGeom prst="flowChartDecision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קיום הטיול וודאי</a:t>
            </a:r>
          </a:p>
        </p:txBody>
      </p:sp>
      <p:cxnSp>
        <p:nvCxnSpPr>
          <p:cNvPr id="34" name="מחבר חץ ישר 33">
            <a:extLst>
              <a:ext uri="{FF2B5EF4-FFF2-40B4-BE49-F238E27FC236}">
                <a16:creationId xmlns:a16="http://schemas.microsoft.com/office/drawing/2014/main" id="{006B4DF8-891A-448B-9C04-F11A3BCFE77A}"/>
              </a:ext>
            </a:extLst>
          </p:cNvPr>
          <p:cNvCxnSpPr>
            <a:cxnSpLocks/>
            <a:stCxn id="3" idx="2"/>
            <a:endCxn id="32" idx="0"/>
          </p:cNvCxnSpPr>
          <p:nvPr/>
        </p:nvCxnSpPr>
        <p:spPr>
          <a:xfrm>
            <a:off x="2737389" y="2506605"/>
            <a:ext cx="2075" cy="1682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" name="מלבן 51">
            <a:extLst>
              <a:ext uri="{FF2B5EF4-FFF2-40B4-BE49-F238E27FC236}">
                <a16:creationId xmlns:a16="http://schemas.microsoft.com/office/drawing/2014/main" id="{A4B60F68-D1FC-4755-8DEE-BA7177E4A2F6}"/>
              </a:ext>
            </a:extLst>
          </p:cNvPr>
          <p:cNvSpPr/>
          <p:nvPr/>
        </p:nvSpPr>
        <p:spPr>
          <a:xfrm>
            <a:off x="2131847" y="3536505"/>
            <a:ext cx="1209016" cy="3651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עדכון </a:t>
            </a:r>
          </a:p>
          <a:p>
            <a:pPr algn="ctr"/>
            <a:r>
              <a:rPr lang="he-IL" sz="1200" dirty="0"/>
              <a:t>סטטוס= פתוח</a:t>
            </a:r>
          </a:p>
        </p:txBody>
      </p:sp>
      <p:sp>
        <p:nvSpPr>
          <p:cNvPr id="54" name="מלבן 53">
            <a:extLst>
              <a:ext uri="{FF2B5EF4-FFF2-40B4-BE49-F238E27FC236}">
                <a16:creationId xmlns:a16="http://schemas.microsoft.com/office/drawing/2014/main" id="{63BAC516-863E-4A93-9A9B-7B173B54488A}"/>
              </a:ext>
            </a:extLst>
          </p:cNvPr>
          <p:cNvSpPr/>
          <p:nvPr/>
        </p:nvSpPr>
        <p:spPr>
          <a:xfrm>
            <a:off x="2613535" y="5489480"/>
            <a:ext cx="1128576" cy="4071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עדכון </a:t>
            </a:r>
          </a:p>
          <a:p>
            <a:pPr algn="ctr"/>
            <a:r>
              <a:rPr lang="he-IL" sz="1200" dirty="0"/>
              <a:t>סטטוס= בוצע</a:t>
            </a:r>
          </a:p>
        </p:txBody>
      </p:sp>
      <p:cxnSp>
        <p:nvCxnSpPr>
          <p:cNvPr id="55" name="מחבר חץ ישר 54">
            <a:extLst>
              <a:ext uri="{FF2B5EF4-FFF2-40B4-BE49-F238E27FC236}">
                <a16:creationId xmlns:a16="http://schemas.microsoft.com/office/drawing/2014/main" id="{CD115986-FFEA-418A-9FE7-56534202E3C0}"/>
              </a:ext>
            </a:extLst>
          </p:cNvPr>
          <p:cNvCxnSpPr>
            <a:cxnSpLocks/>
            <a:stCxn id="32" idx="2"/>
            <a:endCxn id="52" idx="0"/>
          </p:cNvCxnSpPr>
          <p:nvPr/>
        </p:nvCxnSpPr>
        <p:spPr>
          <a:xfrm flipH="1">
            <a:off x="2736355" y="3237651"/>
            <a:ext cx="3109" cy="2988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8" name="מלבן 67">
            <a:extLst>
              <a:ext uri="{FF2B5EF4-FFF2-40B4-BE49-F238E27FC236}">
                <a16:creationId xmlns:a16="http://schemas.microsoft.com/office/drawing/2014/main" id="{37DBC39D-186C-40ED-8A0F-2A97B938BDD3}"/>
              </a:ext>
            </a:extLst>
          </p:cNvPr>
          <p:cNvSpPr/>
          <p:nvPr/>
        </p:nvSpPr>
        <p:spPr>
          <a:xfrm>
            <a:off x="2502055" y="5004030"/>
            <a:ext cx="1340902" cy="3651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עדכון </a:t>
            </a:r>
          </a:p>
          <a:p>
            <a:pPr algn="ctr"/>
            <a:r>
              <a:rPr lang="he-IL" sz="1200" dirty="0"/>
              <a:t>סטטוס= בתהליך</a:t>
            </a:r>
          </a:p>
        </p:txBody>
      </p:sp>
      <p:sp>
        <p:nvSpPr>
          <p:cNvPr id="73" name="מלבן 72">
            <a:extLst>
              <a:ext uri="{FF2B5EF4-FFF2-40B4-BE49-F238E27FC236}">
                <a16:creationId xmlns:a16="http://schemas.microsoft.com/office/drawing/2014/main" id="{B2382951-5BBB-48C2-A2DB-72EBA37A4691}"/>
              </a:ext>
            </a:extLst>
          </p:cNvPr>
          <p:cNvSpPr/>
          <p:nvPr/>
        </p:nvSpPr>
        <p:spPr>
          <a:xfrm>
            <a:off x="1041006" y="5014209"/>
            <a:ext cx="1209017" cy="4071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עדכון </a:t>
            </a:r>
          </a:p>
          <a:p>
            <a:pPr algn="ctr"/>
            <a:r>
              <a:rPr lang="he-IL" sz="1200" dirty="0"/>
              <a:t>סטטוס= בוטל</a:t>
            </a:r>
          </a:p>
        </p:txBody>
      </p:sp>
      <p:sp>
        <p:nvSpPr>
          <p:cNvPr id="75" name="תרשים זרימה: פעולה ידנית 74">
            <a:extLst>
              <a:ext uri="{FF2B5EF4-FFF2-40B4-BE49-F238E27FC236}">
                <a16:creationId xmlns:a16="http://schemas.microsoft.com/office/drawing/2014/main" id="{A289B03D-132D-4C13-8267-80D832BFA1BA}"/>
              </a:ext>
            </a:extLst>
          </p:cNvPr>
          <p:cNvSpPr/>
          <p:nvPr/>
        </p:nvSpPr>
        <p:spPr>
          <a:xfrm>
            <a:off x="6386480" y="1437920"/>
            <a:ext cx="1574078" cy="485184"/>
          </a:xfrm>
          <a:prstGeom prst="flowChartManualOperat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400" dirty="0"/>
              <a:t>מדריכים</a:t>
            </a:r>
            <a:endParaRPr lang="he-IL" dirty="0"/>
          </a:p>
        </p:txBody>
      </p:sp>
      <p:sp>
        <p:nvSpPr>
          <p:cNvPr id="76" name="תרשים זרימה: פעולה ידנית 75">
            <a:extLst>
              <a:ext uri="{FF2B5EF4-FFF2-40B4-BE49-F238E27FC236}">
                <a16:creationId xmlns:a16="http://schemas.microsoft.com/office/drawing/2014/main" id="{A5992334-546E-4E40-ABF1-AD422B43493A}"/>
              </a:ext>
            </a:extLst>
          </p:cNvPr>
          <p:cNvSpPr/>
          <p:nvPr/>
        </p:nvSpPr>
        <p:spPr>
          <a:xfrm>
            <a:off x="6114292" y="2265799"/>
            <a:ext cx="2126118" cy="439748"/>
          </a:xfrm>
          <a:prstGeom prst="flowChartManualOperat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400" dirty="0"/>
              <a:t>מקומות טיול</a:t>
            </a:r>
          </a:p>
        </p:txBody>
      </p:sp>
      <p:sp>
        <p:nvSpPr>
          <p:cNvPr id="77" name="תרשים זרימה: פעולה ידנית 76">
            <a:extLst>
              <a:ext uri="{FF2B5EF4-FFF2-40B4-BE49-F238E27FC236}">
                <a16:creationId xmlns:a16="http://schemas.microsoft.com/office/drawing/2014/main" id="{1E09DC16-4B82-4196-B286-4C609046309E}"/>
              </a:ext>
            </a:extLst>
          </p:cNvPr>
          <p:cNvSpPr/>
          <p:nvPr/>
        </p:nvSpPr>
        <p:spPr>
          <a:xfrm>
            <a:off x="6040508" y="3066711"/>
            <a:ext cx="2266025" cy="439748"/>
          </a:xfrm>
          <a:prstGeom prst="flowChartManualOperat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400" dirty="0"/>
              <a:t>חברות הסעה</a:t>
            </a:r>
          </a:p>
        </p:txBody>
      </p:sp>
      <p:sp>
        <p:nvSpPr>
          <p:cNvPr id="78" name="תרשים זרימה: פעולה ידנית 77">
            <a:extLst>
              <a:ext uri="{FF2B5EF4-FFF2-40B4-BE49-F238E27FC236}">
                <a16:creationId xmlns:a16="http://schemas.microsoft.com/office/drawing/2014/main" id="{28E4376D-DCDE-4287-BAC9-B6DC17F01106}"/>
              </a:ext>
            </a:extLst>
          </p:cNvPr>
          <p:cNvSpPr/>
          <p:nvPr/>
        </p:nvSpPr>
        <p:spPr>
          <a:xfrm>
            <a:off x="6337079" y="3833045"/>
            <a:ext cx="1672881" cy="485185"/>
          </a:xfrm>
          <a:prstGeom prst="flowChartManualOperat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400" dirty="0"/>
              <a:t>בתי מלון</a:t>
            </a:r>
          </a:p>
        </p:txBody>
      </p:sp>
      <p:sp>
        <p:nvSpPr>
          <p:cNvPr id="79" name="תרשים זרימה: פעולה ידנית 78">
            <a:extLst>
              <a:ext uri="{FF2B5EF4-FFF2-40B4-BE49-F238E27FC236}">
                <a16:creationId xmlns:a16="http://schemas.microsoft.com/office/drawing/2014/main" id="{6F41CF58-D8D1-446E-9B23-F61C2B462A12}"/>
              </a:ext>
            </a:extLst>
          </p:cNvPr>
          <p:cNvSpPr/>
          <p:nvPr/>
        </p:nvSpPr>
        <p:spPr>
          <a:xfrm>
            <a:off x="6409996" y="4565309"/>
            <a:ext cx="1527045" cy="485177"/>
          </a:xfrm>
          <a:prstGeom prst="flowChartManualOperat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מסעדות</a:t>
            </a:r>
          </a:p>
        </p:txBody>
      </p:sp>
      <p:cxnSp>
        <p:nvCxnSpPr>
          <p:cNvPr id="82" name="מחבר חץ ישר 81">
            <a:extLst>
              <a:ext uri="{FF2B5EF4-FFF2-40B4-BE49-F238E27FC236}">
                <a16:creationId xmlns:a16="http://schemas.microsoft.com/office/drawing/2014/main" id="{8E5480F5-CE79-41E0-BEE5-44F0B4147AFA}"/>
              </a:ext>
            </a:extLst>
          </p:cNvPr>
          <p:cNvCxnSpPr>
            <a:cxnSpLocks/>
            <a:stCxn id="75" idx="2"/>
            <a:endCxn id="76" idx="0"/>
          </p:cNvCxnSpPr>
          <p:nvPr/>
        </p:nvCxnSpPr>
        <p:spPr>
          <a:xfrm>
            <a:off x="7173519" y="1923104"/>
            <a:ext cx="3832" cy="3426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מחבר חץ ישר 82">
            <a:extLst>
              <a:ext uri="{FF2B5EF4-FFF2-40B4-BE49-F238E27FC236}">
                <a16:creationId xmlns:a16="http://schemas.microsoft.com/office/drawing/2014/main" id="{7B4659FA-80E9-415D-ADFF-1DC7AB00447E}"/>
              </a:ext>
            </a:extLst>
          </p:cNvPr>
          <p:cNvCxnSpPr>
            <a:cxnSpLocks/>
            <a:stCxn id="76" idx="2"/>
            <a:endCxn id="77" idx="0"/>
          </p:cNvCxnSpPr>
          <p:nvPr/>
        </p:nvCxnSpPr>
        <p:spPr>
          <a:xfrm flipH="1">
            <a:off x="7173521" y="2705547"/>
            <a:ext cx="3830" cy="3611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מחבר חץ ישר 83">
            <a:extLst>
              <a:ext uri="{FF2B5EF4-FFF2-40B4-BE49-F238E27FC236}">
                <a16:creationId xmlns:a16="http://schemas.microsoft.com/office/drawing/2014/main" id="{11EB1A68-ABDB-49F1-801D-02C3C2CDA969}"/>
              </a:ext>
            </a:extLst>
          </p:cNvPr>
          <p:cNvCxnSpPr>
            <a:cxnSpLocks/>
            <a:stCxn id="77" idx="2"/>
            <a:endCxn id="78" idx="0"/>
          </p:cNvCxnSpPr>
          <p:nvPr/>
        </p:nvCxnSpPr>
        <p:spPr>
          <a:xfrm flipH="1">
            <a:off x="7173520" y="3506459"/>
            <a:ext cx="1" cy="326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מחבר חץ ישר 84">
            <a:extLst>
              <a:ext uri="{FF2B5EF4-FFF2-40B4-BE49-F238E27FC236}">
                <a16:creationId xmlns:a16="http://schemas.microsoft.com/office/drawing/2014/main" id="{C0BCB341-02F5-429B-B702-93CEF6FA8B80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 flipH="1">
            <a:off x="7173519" y="4318230"/>
            <a:ext cx="1" cy="247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מחבר חץ ישר 85">
            <a:extLst>
              <a:ext uri="{FF2B5EF4-FFF2-40B4-BE49-F238E27FC236}">
                <a16:creationId xmlns:a16="http://schemas.microsoft.com/office/drawing/2014/main" id="{ECDE3469-25F5-4E42-9131-8DECED3FD5A0}"/>
              </a:ext>
            </a:extLst>
          </p:cNvPr>
          <p:cNvCxnSpPr>
            <a:cxnSpLocks/>
            <a:stCxn id="79" idx="1"/>
            <a:endCxn id="116" idx="3"/>
          </p:cNvCxnSpPr>
          <p:nvPr/>
        </p:nvCxnSpPr>
        <p:spPr>
          <a:xfrm flipH="1" flipV="1">
            <a:off x="5504506" y="4804637"/>
            <a:ext cx="1058195" cy="32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0" name="תרשים זרימה: פעולה ידנית 99">
            <a:extLst>
              <a:ext uri="{FF2B5EF4-FFF2-40B4-BE49-F238E27FC236}">
                <a16:creationId xmlns:a16="http://schemas.microsoft.com/office/drawing/2014/main" id="{DA6D1535-0A7A-4ABC-889E-E84B5939B006}"/>
              </a:ext>
            </a:extLst>
          </p:cNvPr>
          <p:cNvSpPr/>
          <p:nvPr/>
        </p:nvSpPr>
        <p:spPr>
          <a:xfrm>
            <a:off x="1976656" y="4086242"/>
            <a:ext cx="1523483" cy="374453"/>
          </a:xfrm>
          <a:prstGeom prst="flowChartManualOperat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מארגנת</a:t>
            </a:r>
            <a:endParaRPr lang="he-IL" sz="1600" dirty="0"/>
          </a:p>
        </p:txBody>
      </p:sp>
      <p:cxnSp>
        <p:nvCxnSpPr>
          <p:cNvPr id="103" name="מחבר חץ ישר 102">
            <a:extLst>
              <a:ext uri="{FF2B5EF4-FFF2-40B4-BE49-F238E27FC236}">
                <a16:creationId xmlns:a16="http://schemas.microsoft.com/office/drawing/2014/main" id="{65225A6A-9741-461D-9EF5-027411632A6E}"/>
              </a:ext>
            </a:extLst>
          </p:cNvPr>
          <p:cNvCxnSpPr>
            <a:cxnSpLocks/>
            <a:stCxn id="68" idx="2"/>
            <a:endCxn id="54" idx="0"/>
          </p:cNvCxnSpPr>
          <p:nvPr/>
        </p:nvCxnSpPr>
        <p:spPr>
          <a:xfrm>
            <a:off x="3172506" y="5369155"/>
            <a:ext cx="5317" cy="120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מחבר חץ ישר 103">
            <a:extLst>
              <a:ext uri="{FF2B5EF4-FFF2-40B4-BE49-F238E27FC236}">
                <a16:creationId xmlns:a16="http://schemas.microsoft.com/office/drawing/2014/main" id="{FEB55718-BE78-4D36-B62E-B35692C4C62F}"/>
              </a:ext>
            </a:extLst>
          </p:cNvPr>
          <p:cNvCxnSpPr>
            <a:cxnSpLocks/>
            <a:stCxn id="52" idx="2"/>
            <a:endCxn id="100" idx="0"/>
          </p:cNvCxnSpPr>
          <p:nvPr/>
        </p:nvCxnSpPr>
        <p:spPr>
          <a:xfrm>
            <a:off x="2736355" y="3901630"/>
            <a:ext cx="2043" cy="184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0" name="מחבר: מרפקי 109">
            <a:extLst>
              <a:ext uri="{FF2B5EF4-FFF2-40B4-BE49-F238E27FC236}">
                <a16:creationId xmlns:a16="http://schemas.microsoft.com/office/drawing/2014/main" id="{9CCFDCC4-45BB-457D-845B-2F86D755C2E1}"/>
              </a:ext>
            </a:extLst>
          </p:cNvPr>
          <p:cNvCxnSpPr>
            <a:cxnSpLocks/>
            <a:stCxn id="100" idx="3"/>
            <a:endCxn id="75" idx="1"/>
          </p:cNvCxnSpPr>
          <p:nvPr/>
        </p:nvCxnSpPr>
        <p:spPr>
          <a:xfrm flipV="1">
            <a:off x="3347791" y="1680512"/>
            <a:ext cx="3196097" cy="25929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6" name="מלבן 115">
            <a:extLst>
              <a:ext uri="{FF2B5EF4-FFF2-40B4-BE49-F238E27FC236}">
                <a16:creationId xmlns:a16="http://schemas.microsoft.com/office/drawing/2014/main" id="{9A10520D-1B86-4468-8C53-1C983025AE5F}"/>
              </a:ext>
            </a:extLst>
          </p:cNvPr>
          <p:cNvSpPr/>
          <p:nvPr/>
        </p:nvSpPr>
        <p:spPr>
          <a:xfrm>
            <a:off x="4295490" y="4356454"/>
            <a:ext cx="1209016" cy="8963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עדכון גיליון "טיולים" בהתקדמות ההתארגנות</a:t>
            </a:r>
          </a:p>
        </p:txBody>
      </p:sp>
      <p:cxnSp>
        <p:nvCxnSpPr>
          <p:cNvPr id="153" name="מחבר: מרפקי 152">
            <a:extLst>
              <a:ext uri="{FF2B5EF4-FFF2-40B4-BE49-F238E27FC236}">
                <a16:creationId xmlns:a16="http://schemas.microsoft.com/office/drawing/2014/main" id="{339CA2E5-A4DC-4EC0-BCAC-D9D8F99C1502}"/>
              </a:ext>
            </a:extLst>
          </p:cNvPr>
          <p:cNvCxnSpPr>
            <a:cxnSpLocks/>
            <a:stCxn id="73" idx="0"/>
            <a:endCxn id="68" idx="0"/>
          </p:cNvCxnSpPr>
          <p:nvPr/>
        </p:nvCxnSpPr>
        <p:spPr>
          <a:xfrm rot="5400000" flipH="1" flipV="1">
            <a:off x="2403921" y="4245625"/>
            <a:ext cx="10179" cy="1526991"/>
          </a:xfrm>
          <a:prstGeom prst="bentConnector3">
            <a:avLst>
              <a:gd name="adj1" fmla="val 2345800"/>
            </a:avLst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8" name="מחבר: מרפקי 217">
            <a:extLst>
              <a:ext uri="{FF2B5EF4-FFF2-40B4-BE49-F238E27FC236}">
                <a16:creationId xmlns:a16="http://schemas.microsoft.com/office/drawing/2014/main" id="{15BA7031-31D0-4875-9A6B-8142F896ED3A}"/>
              </a:ext>
            </a:extLst>
          </p:cNvPr>
          <p:cNvCxnSpPr>
            <a:cxnSpLocks/>
            <a:endCxn id="20" idx="0"/>
          </p:cNvCxnSpPr>
          <p:nvPr/>
        </p:nvCxnSpPr>
        <p:spPr>
          <a:xfrm rot="10800000" flipV="1">
            <a:off x="2067294" y="5698185"/>
            <a:ext cx="552606" cy="16926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1" name="מחבר: מרפקי 220">
            <a:extLst>
              <a:ext uri="{FF2B5EF4-FFF2-40B4-BE49-F238E27FC236}">
                <a16:creationId xmlns:a16="http://schemas.microsoft.com/office/drawing/2014/main" id="{3039969D-F12D-42FC-ACEB-60B5F2BCCF48}"/>
              </a:ext>
            </a:extLst>
          </p:cNvPr>
          <p:cNvCxnSpPr>
            <a:cxnSpLocks/>
            <a:endCxn id="20" idx="0"/>
          </p:cNvCxnSpPr>
          <p:nvPr/>
        </p:nvCxnSpPr>
        <p:spPr>
          <a:xfrm rot="16200000" flipH="1">
            <a:off x="1637108" y="5437267"/>
            <a:ext cx="438136" cy="422236"/>
          </a:xfrm>
          <a:prstGeom prst="bentConnector3">
            <a:avLst>
              <a:gd name="adj1" fmla="val 6003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8" name="מחבר: מרפקי 237">
            <a:extLst>
              <a:ext uri="{FF2B5EF4-FFF2-40B4-BE49-F238E27FC236}">
                <a16:creationId xmlns:a16="http://schemas.microsoft.com/office/drawing/2014/main" id="{009406E0-134D-4F1D-89D1-A3CE90A6F3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09010" y="4603556"/>
            <a:ext cx="1886480" cy="175750"/>
          </a:xfrm>
          <a:prstGeom prst="bentConnector3">
            <a:avLst>
              <a:gd name="adj1" fmla="val 99869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7" name="מציין מיקום תוכן 4">
            <a:extLst>
              <a:ext uri="{FF2B5EF4-FFF2-40B4-BE49-F238E27FC236}">
                <a16:creationId xmlns:a16="http://schemas.microsoft.com/office/drawing/2014/main" id="{39741DC0-555C-4365-A58F-10FC3F500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48" name="מלבן 47">
            <a:extLst>
              <a:ext uri="{FF2B5EF4-FFF2-40B4-BE49-F238E27FC236}">
                <a16:creationId xmlns:a16="http://schemas.microsoft.com/office/drawing/2014/main" id="{AE7C0E9F-E309-4D8C-A86D-2D0827434119}"/>
              </a:ext>
            </a:extLst>
          </p:cNvPr>
          <p:cNvSpPr/>
          <p:nvPr/>
        </p:nvSpPr>
        <p:spPr>
          <a:xfrm>
            <a:off x="473332" y="3129367"/>
            <a:ext cx="1572119" cy="4071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200" dirty="0"/>
              <a:t>עדכון </a:t>
            </a:r>
          </a:p>
          <a:p>
            <a:pPr algn="ctr"/>
            <a:r>
              <a:rPr lang="he-IL" sz="1200" dirty="0"/>
              <a:t>סטטוס= ללא סטטוס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F32C30-6188-4EC2-A4A3-CFFAC085BDEA}"/>
              </a:ext>
            </a:extLst>
          </p:cNvPr>
          <p:cNvSpPr txBox="1"/>
          <p:nvPr/>
        </p:nvSpPr>
        <p:spPr>
          <a:xfrm>
            <a:off x="1580415" y="2733102"/>
            <a:ext cx="442664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>
                <a:solidFill>
                  <a:schemeClr val="accent1">
                    <a:lumMod val="75000"/>
                  </a:schemeClr>
                </a:solidFill>
              </a:rPr>
              <a:t>לא</a:t>
            </a:r>
            <a:endParaRPr lang="he-I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296D83-CD3C-41DA-9CFC-06B6FD4E623E}"/>
              </a:ext>
            </a:extLst>
          </p:cNvPr>
          <p:cNvSpPr txBox="1"/>
          <p:nvPr/>
        </p:nvSpPr>
        <p:spPr>
          <a:xfrm>
            <a:off x="2679865" y="3206298"/>
            <a:ext cx="43114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>
                <a:solidFill>
                  <a:schemeClr val="accent1">
                    <a:lumMod val="75000"/>
                  </a:schemeClr>
                </a:solidFill>
              </a:rPr>
              <a:t>כן</a:t>
            </a:r>
            <a:endParaRPr lang="he-IL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30" name="מחבר: מרפקי 129">
            <a:extLst>
              <a:ext uri="{FF2B5EF4-FFF2-40B4-BE49-F238E27FC236}">
                <a16:creationId xmlns:a16="http://schemas.microsoft.com/office/drawing/2014/main" id="{7E98C561-C740-4A1D-B3B8-F7B8C61C0960}"/>
              </a:ext>
            </a:extLst>
          </p:cNvPr>
          <p:cNvCxnSpPr>
            <a:stCxn id="32" idx="1"/>
            <a:endCxn id="48" idx="0"/>
          </p:cNvCxnSpPr>
          <p:nvPr/>
        </p:nvCxnSpPr>
        <p:spPr>
          <a:xfrm rot="10800000" flipV="1">
            <a:off x="1259392" y="2956235"/>
            <a:ext cx="953312" cy="17313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09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0065CC0-4A15-4726-A3C6-618DFEA4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64953CC-3196-4A2F-8EF6-2F99466F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</a:t>
            </a:fld>
            <a:endParaRPr lang="he-IL" dirty="0"/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3BF4970-5749-4123-8F48-92209F4B2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2746" y="205583"/>
            <a:ext cx="52607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e-IL" sz="2000" b="1" u="sng" dirty="0"/>
              <a:t>תרשים </a:t>
            </a:r>
            <a:r>
              <a:rPr lang="en-US" sz="2000" b="1" u="sng" dirty="0"/>
              <a:t> SIPOC</a:t>
            </a:r>
            <a:r>
              <a:rPr lang="he-IL" sz="2000" b="1" u="sng" dirty="0"/>
              <a:t>להפקת דוח הכנסות- מצב קיים</a:t>
            </a:r>
            <a:endParaRPr lang="en-US" sz="2000" b="1" baseline="30000" dirty="0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1287008A-3C00-4F2F-94F3-755E7B122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11" name="מלבן 10">
            <a:extLst>
              <a:ext uri="{FF2B5EF4-FFF2-40B4-BE49-F238E27FC236}">
                <a16:creationId xmlns:a16="http://schemas.microsoft.com/office/drawing/2014/main" id="{7CE5A15A-8C52-44E0-87D5-1AE679EF4D39}"/>
              </a:ext>
            </a:extLst>
          </p:cNvPr>
          <p:cNvSpPr/>
          <p:nvPr/>
        </p:nvSpPr>
        <p:spPr>
          <a:xfrm>
            <a:off x="73259" y="1380392"/>
            <a:ext cx="1055077" cy="2813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b="1" dirty="0"/>
              <a:t>Suppliers</a:t>
            </a:r>
            <a:endParaRPr lang="he-IL" sz="1600" b="1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09B35FCC-3037-4585-BC23-15FCFB2F5022}"/>
              </a:ext>
            </a:extLst>
          </p:cNvPr>
          <p:cNvSpPr/>
          <p:nvPr/>
        </p:nvSpPr>
        <p:spPr>
          <a:xfrm>
            <a:off x="1883014" y="1371600"/>
            <a:ext cx="1055077" cy="2813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b="1" dirty="0"/>
              <a:t>Inputs</a:t>
            </a:r>
            <a:endParaRPr lang="he-IL" sz="1600" b="1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3E7AC9D7-49BD-455D-9D41-1C50EC5FAC91}"/>
              </a:ext>
            </a:extLst>
          </p:cNvPr>
          <p:cNvSpPr/>
          <p:nvPr/>
        </p:nvSpPr>
        <p:spPr>
          <a:xfrm>
            <a:off x="7863264" y="1389184"/>
            <a:ext cx="1207477" cy="2813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b="1" dirty="0"/>
              <a:t>Customers</a:t>
            </a:r>
            <a:endParaRPr lang="he-IL" sz="1600" b="1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8A937C4A-15FF-4F65-A58B-35968C496D14}"/>
              </a:ext>
            </a:extLst>
          </p:cNvPr>
          <p:cNvSpPr/>
          <p:nvPr/>
        </p:nvSpPr>
        <p:spPr>
          <a:xfrm>
            <a:off x="3741122" y="1380392"/>
            <a:ext cx="1055077" cy="2813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b="1" dirty="0"/>
              <a:t>Process</a:t>
            </a:r>
            <a:endParaRPr lang="he-IL" sz="1600" b="1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701C1C7B-E5A2-4B57-AB25-1CC187C5D98F}"/>
              </a:ext>
            </a:extLst>
          </p:cNvPr>
          <p:cNvSpPr/>
          <p:nvPr/>
        </p:nvSpPr>
        <p:spPr>
          <a:xfrm>
            <a:off x="5712799" y="1374531"/>
            <a:ext cx="1055077" cy="2813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b="1" dirty="0"/>
              <a:t>Outputs</a:t>
            </a:r>
            <a:endParaRPr lang="he-IL" sz="1600" b="1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8CD31009-EE4A-4A72-BB4C-C64B694D54C2}"/>
              </a:ext>
            </a:extLst>
          </p:cNvPr>
          <p:cNvSpPr/>
          <p:nvPr/>
        </p:nvSpPr>
        <p:spPr>
          <a:xfrm>
            <a:off x="60357" y="3119928"/>
            <a:ext cx="786384" cy="2813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לקוחות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2FAF10B3-E60A-48FC-A1DC-1B2774DD45FF}"/>
              </a:ext>
            </a:extLst>
          </p:cNvPr>
          <p:cNvSpPr/>
          <p:nvPr/>
        </p:nvSpPr>
        <p:spPr>
          <a:xfrm>
            <a:off x="8245622" y="3056603"/>
            <a:ext cx="837467" cy="4039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מארגנת טיולים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69E90752-3727-4A8E-98F6-7E782E9ABBBD}"/>
              </a:ext>
            </a:extLst>
          </p:cNvPr>
          <p:cNvSpPr/>
          <p:nvPr/>
        </p:nvSpPr>
        <p:spPr>
          <a:xfrm>
            <a:off x="4907409" y="2137865"/>
            <a:ext cx="2760375" cy="22414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t"/>
          <a:lstStyle/>
          <a:p>
            <a:r>
              <a:rPr lang="he-IL" sz="1600" dirty="0"/>
              <a:t>דוח הכנסות: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שם טיול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מס' מזהה של טיול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תאריך יציאה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סה"כ ימי טיול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 סה"כ מס' המשתתפים בטיול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סה"כ כנסה לטיול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סיכום סה"כ הכנסה לכל הטיולים שיצאו באתו חודש</a:t>
            </a:r>
            <a:endParaRPr lang="he-IL" dirty="0"/>
          </a:p>
          <a:p>
            <a:endParaRPr lang="he-IL" dirty="0"/>
          </a:p>
        </p:txBody>
      </p:sp>
      <p:cxnSp>
        <p:nvCxnSpPr>
          <p:cNvPr id="26" name="מחבר חץ ישר 25">
            <a:extLst>
              <a:ext uri="{FF2B5EF4-FFF2-40B4-BE49-F238E27FC236}">
                <a16:creationId xmlns:a16="http://schemas.microsoft.com/office/drawing/2014/main" id="{D5760DEB-BEF3-4C65-A5F4-9C8B177CDA00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7667784" y="3258582"/>
            <a:ext cx="5778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חץ ישר 28">
            <a:extLst>
              <a:ext uri="{FF2B5EF4-FFF2-40B4-BE49-F238E27FC236}">
                <a16:creationId xmlns:a16="http://schemas.microsoft.com/office/drawing/2014/main" id="{3620D744-EAB4-4AE8-87C9-D7FB483EA96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1128336" y="1512277"/>
            <a:ext cx="754678" cy="8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חץ ישר 29">
            <a:extLst>
              <a:ext uri="{FF2B5EF4-FFF2-40B4-BE49-F238E27FC236}">
                <a16:creationId xmlns:a16="http://schemas.microsoft.com/office/drawing/2014/main" id="{644A7AA4-63B6-4A64-AC72-0A3FC451B30A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2938091" y="1512277"/>
            <a:ext cx="803031" cy="8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מחבר חץ ישר 30">
            <a:extLst>
              <a:ext uri="{FF2B5EF4-FFF2-40B4-BE49-F238E27FC236}">
                <a16:creationId xmlns:a16="http://schemas.microsoft.com/office/drawing/2014/main" id="{491A278C-BB1E-4DD7-841F-B86419573FB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4796199" y="1515208"/>
            <a:ext cx="916600" cy="5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מחבר חץ ישר 31">
            <a:extLst>
              <a:ext uri="{FF2B5EF4-FFF2-40B4-BE49-F238E27FC236}">
                <a16:creationId xmlns:a16="http://schemas.microsoft.com/office/drawing/2014/main" id="{3CFB859B-3199-4C27-9342-D17D2709F9D0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6767876" y="1515208"/>
            <a:ext cx="1095388" cy="14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מלבן 49">
            <a:extLst>
              <a:ext uri="{FF2B5EF4-FFF2-40B4-BE49-F238E27FC236}">
                <a16:creationId xmlns:a16="http://schemas.microsoft.com/office/drawing/2014/main" id="{C5E776C5-7836-4380-AE5B-2F8B94EEC540}"/>
              </a:ext>
            </a:extLst>
          </p:cNvPr>
          <p:cNvSpPr/>
          <p:nvPr/>
        </p:nvSpPr>
        <p:spPr>
          <a:xfrm>
            <a:off x="1562325" y="2767484"/>
            <a:ext cx="1830312" cy="9957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פרטים אישיים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פרטי אמצעי תשלום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1600" dirty="0"/>
              <a:t>פרטי טיול שרוצה</a:t>
            </a:r>
          </a:p>
        </p:txBody>
      </p:sp>
      <p:cxnSp>
        <p:nvCxnSpPr>
          <p:cNvPr id="53" name="מחבר חץ ישר 52">
            <a:extLst>
              <a:ext uri="{FF2B5EF4-FFF2-40B4-BE49-F238E27FC236}">
                <a16:creationId xmlns:a16="http://schemas.microsoft.com/office/drawing/2014/main" id="{B9CA05D3-25C7-4678-8095-5C81D3FBB4DC}"/>
              </a:ext>
            </a:extLst>
          </p:cNvPr>
          <p:cNvCxnSpPr>
            <a:cxnSpLocks/>
            <a:stCxn id="16" idx="3"/>
            <a:endCxn id="50" idx="1"/>
          </p:cNvCxnSpPr>
          <p:nvPr/>
        </p:nvCxnSpPr>
        <p:spPr>
          <a:xfrm>
            <a:off x="846741" y="3260605"/>
            <a:ext cx="715584" cy="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D99EECDE-BD3E-413B-BADA-FB4FFDEEB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03" y="4703816"/>
            <a:ext cx="8068630" cy="1715494"/>
          </a:xfrm>
          <a:prstGeom prst="rect">
            <a:avLst/>
          </a:prstGeom>
        </p:spPr>
      </p:pic>
      <p:cxnSp>
        <p:nvCxnSpPr>
          <p:cNvPr id="33" name="מחבר חץ ישר 32">
            <a:extLst>
              <a:ext uri="{FF2B5EF4-FFF2-40B4-BE49-F238E27FC236}">
                <a16:creationId xmlns:a16="http://schemas.microsoft.com/office/drawing/2014/main" id="{B0C25A16-FD5B-4F29-BE87-D861B7A88021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4268661" y="1661746"/>
            <a:ext cx="3557" cy="3042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מציין מיקום תוכן 4">
            <a:extLst>
              <a:ext uri="{FF2B5EF4-FFF2-40B4-BE49-F238E27FC236}">
                <a16:creationId xmlns:a16="http://schemas.microsoft.com/office/drawing/2014/main" id="{71B9AFAF-22B1-4B1B-8374-771D51284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3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מציין מיקום תוכן 1">
            <a:extLst>
              <a:ext uri="{FF2B5EF4-FFF2-40B4-BE49-F238E27FC236}">
                <a16:creationId xmlns:a16="http://schemas.microsoft.com/office/drawing/2014/main" id="{7322021A-C69D-44E2-93E4-656037FA2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164839"/>
              </p:ext>
            </p:extLst>
          </p:nvPr>
        </p:nvGraphicFramePr>
        <p:xfrm>
          <a:off x="1821105" y="628339"/>
          <a:ext cx="5967780" cy="455392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491945">
                  <a:extLst>
                    <a:ext uri="{9D8B030D-6E8A-4147-A177-3AD203B41FA5}">
                      <a16:colId xmlns:a16="http://schemas.microsoft.com/office/drawing/2014/main" val="2597734053"/>
                    </a:ext>
                  </a:extLst>
                </a:gridCol>
                <a:gridCol w="1491945">
                  <a:extLst>
                    <a:ext uri="{9D8B030D-6E8A-4147-A177-3AD203B41FA5}">
                      <a16:colId xmlns:a16="http://schemas.microsoft.com/office/drawing/2014/main" val="2073797774"/>
                    </a:ext>
                  </a:extLst>
                </a:gridCol>
                <a:gridCol w="1491945">
                  <a:extLst>
                    <a:ext uri="{9D8B030D-6E8A-4147-A177-3AD203B41FA5}">
                      <a16:colId xmlns:a16="http://schemas.microsoft.com/office/drawing/2014/main" val="1563811843"/>
                    </a:ext>
                  </a:extLst>
                </a:gridCol>
                <a:gridCol w="1491945">
                  <a:extLst>
                    <a:ext uri="{9D8B030D-6E8A-4147-A177-3AD203B41FA5}">
                      <a16:colId xmlns:a16="http://schemas.microsoft.com/office/drawing/2014/main" val="3439650797"/>
                    </a:ext>
                  </a:extLst>
                </a:gridCol>
              </a:tblGrid>
              <a:tr h="1191968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             מדד</a:t>
                      </a:r>
                    </a:p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גליון</a:t>
                      </a:r>
                    </a:p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מספר רשומות כפולות בגליון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מספר שדות כולל בגליון עם נתונים שגויים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מספר שדות כולל בגליון עם נתונים חסרים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680762"/>
                  </a:ext>
                </a:extLst>
              </a:tr>
              <a:tr h="3667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מדריכים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46647"/>
                  </a:ext>
                </a:extLst>
              </a:tr>
              <a:tr h="3667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מקומות טיול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638083"/>
                  </a:ext>
                </a:extLst>
              </a:tr>
              <a:tr h="3667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חברות הסעה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19869"/>
                  </a:ext>
                </a:extLst>
              </a:tr>
              <a:tr h="3667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בתי מלון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209973"/>
                  </a:ext>
                </a:extLst>
              </a:tr>
              <a:tr h="3667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מסעדות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148259"/>
                  </a:ext>
                </a:extLst>
              </a:tr>
              <a:tr h="3667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טיולים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007374"/>
                  </a:ext>
                </a:extLst>
              </a:tr>
              <a:tr h="366759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לקוחות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432585"/>
                  </a:ext>
                </a:extLst>
              </a:tr>
              <a:tr h="397323"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ממוצע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543103"/>
                  </a:ext>
                </a:extLst>
              </a:tr>
              <a:tr h="397323"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אחוז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21402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E53839D-DACB-47C3-895A-6473078F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C0911E2-7FBE-4820-9142-841176C2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6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EA796AD-8F62-4AED-A7E4-42C44B7ED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92C8AAF7-3BA4-4A8C-B2A1-A78E2C524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961" y="327970"/>
            <a:ext cx="3997569" cy="379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e-IL" sz="2800" b="1" u="sng" baseline="30000" dirty="0">
                <a:latin typeface="David" panose="020E0502060401010101" pitchFamily="34" charset="-79"/>
                <a:cs typeface="David" panose="020E0502060401010101" pitchFamily="34" charset="-79"/>
              </a:rPr>
              <a:t>הצורך במערכת המידע במנוחים מדידים</a:t>
            </a:r>
            <a:endParaRPr lang="en-US" sz="2800" b="1" baseline="30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7D490434-F9C9-4F12-B259-35AD99B0B276}"/>
              </a:ext>
            </a:extLst>
          </p:cNvPr>
          <p:cNvCxnSpPr>
            <a:cxnSpLocks/>
          </p:cNvCxnSpPr>
          <p:nvPr/>
        </p:nvCxnSpPr>
        <p:spPr>
          <a:xfrm flipH="1">
            <a:off x="6296391" y="628339"/>
            <a:ext cx="1492494" cy="116009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תיבת טקסט 7">
            <a:extLst>
              <a:ext uri="{FF2B5EF4-FFF2-40B4-BE49-F238E27FC236}">
                <a16:creationId xmlns:a16="http://schemas.microsoft.com/office/drawing/2014/main" id="{1C9E06A1-9FA7-476B-A208-FAC0E621DF01}"/>
              </a:ext>
            </a:extLst>
          </p:cNvPr>
          <p:cNvSpPr txBox="1"/>
          <p:nvPr/>
        </p:nvSpPr>
        <p:spPr>
          <a:xfrm>
            <a:off x="628650" y="5128631"/>
            <a:ext cx="843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fontAlgn="b"/>
            <a:r>
              <a:rPr lang="he-IL" b="1" u="sng" dirty="0">
                <a:latin typeface="David" panose="020E0502060401010101" pitchFamily="34" charset="-79"/>
                <a:cs typeface="David" panose="020E0502060401010101" pitchFamily="34" charset="-79"/>
              </a:rPr>
              <a:t>מסקנות</a:t>
            </a:r>
            <a:r>
              <a:rPr lang="he-IL" sz="1800" b="1" u="sng" strike="noStrike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285750" indent="-285750" algn="r" rtl="1" fontAlgn="b">
              <a:buFont typeface="Arial" panose="020B0604020202020204" pitchFamily="34" charset="0"/>
              <a:buChar char="•"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שיעור הרשומות הכפולות מבין הרשומות הכולל </a:t>
            </a:r>
            <a:r>
              <a:rPr lang="he-IL" sz="1800" u="none" strike="noStrike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23% </a:t>
            </a:r>
          </a:p>
          <a:p>
            <a:pPr marL="285750" indent="-285750" algn="r" rtl="1" fontAlgn="b">
              <a:buFont typeface="Arial" panose="020B0604020202020204" pitchFamily="34" charset="0"/>
              <a:buChar char="•"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שיעור השדות שבהן הנתונים שגויים 41%</a:t>
            </a:r>
            <a:r>
              <a:rPr lang="he-IL" sz="1800" u="none" strike="noStrike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285750" indent="-285750" algn="r" rtl="1" fontAlgn="b">
              <a:buFont typeface="Arial" panose="020B0604020202020204" pitchFamily="34" charset="0"/>
              <a:buChar char="•"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שיעור השדות שבהן הנתונים חסרים 47%</a:t>
            </a:r>
            <a:endParaRPr lang="he-IL" sz="1800" u="none" strike="noStrike" dirty="0"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1" name="מציין מיקום תוכן 4">
            <a:extLst>
              <a:ext uri="{FF2B5EF4-FFF2-40B4-BE49-F238E27FC236}">
                <a16:creationId xmlns:a16="http://schemas.microsoft.com/office/drawing/2014/main" id="{9B0BBA60-EC37-4D41-ABD8-0991A0B56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60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מציין מיקום תוכן 7">
            <a:extLst>
              <a:ext uri="{FF2B5EF4-FFF2-40B4-BE49-F238E27FC236}">
                <a16:creationId xmlns:a16="http://schemas.microsoft.com/office/drawing/2014/main" id="{25C6EA5B-1181-4C8B-87AA-6E008C549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668251"/>
              </p:ext>
            </p:extLst>
          </p:nvPr>
        </p:nvGraphicFramePr>
        <p:xfrm>
          <a:off x="628650" y="880739"/>
          <a:ext cx="7886700" cy="5227320"/>
        </p:xfrm>
        <a:graphic>
          <a:graphicData uri="http://schemas.openxmlformats.org/drawingml/2006/table">
            <a:tbl>
              <a:tblPr rtl="1" firstRow="1" bandRow="1">
                <a:tableStyleId>{7DF18680-E054-41AD-8BC1-D1AEF772440D}</a:tableStyleId>
              </a:tblPr>
              <a:tblGrid>
                <a:gridCol w="3160835">
                  <a:extLst>
                    <a:ext uri="{9D8B030D-6E8A-4147-A177-3AD203B41FA5}">
                      <a16:colId xmlns:a16="http://schemas.microsoft.com/office/drawing/2014/main" val="835573996"/>
                    </a:ext>
                  </a:extLst>
                </a:gridCol>
                <a:gridCol w="2096965">
                  <a:extLst>
                    <a:ext uri="{9D8B030D-6E8A-4147-A177-3AD203B41FA5}">
                      <a16:colId xmlns:a16="http://schemas.microsoft.com/office/drawing/2014/main" val="2320780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21470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תיעדוף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נימוק לתיעדוף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86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קליטת פרטי טיול ראשונים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קריטית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30794"/>
                  </a:ext>
                </a:extLst>
              </a:tr>
              <a:tr h="157395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עדכון תאריכי טיול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67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עדכון סטטוס טיול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קריטית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322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עדכון מהלך טיול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125688"/>
                  </a:ext>
                </a:extLst>
              </a:tr>
              <a:tr h="149915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קליטת פרטי הלקוחות לתוך מאגרים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קריטית </a:t>
                      </a:r>
                    </a:p>
                    <a:p>
                      <a:pPr algn="ctr"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577980"/>
                  </a:ext>
                </a:extLst>
              </a:tr>
              <a:tr h="155495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עדכון סטטוס הלקוח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קריטית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576720"/>
                  </a:ext>
                </a:extLst>
              </a:tr>
              <a:tr h="223434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בניית /עדכון שאלות הסקר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קריטית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63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תיעוד מינימום ומקסימום מספר המשתתפים לטיול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531184"/>
                  </a:ext>
                </a:extLst>
              </a:tr>
              <a:tr h="236275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הפקת דוחות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קריטית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הוספת מאגר מגבלות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11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עדכון</a:t>
                      </a:r>
                      <a:r>
                        <a:rPr lang="en-US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/ </a:t>
                      </a: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הוספת רשומות מאגרי נתונים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417435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15465FC-39CD-46A0-8B1C-0962631E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18EF39C-01D2-4B27-A1DD-486E6CA5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7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DFEBAC9-5562-4522-9A5A-E9F0057C5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A915B6E1-04F3-4400-A31A-5D1AFEDCE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822" y="327970"/>
            <a:ext cx="27226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e-IL" sz="3600" b="1" u="sng" baseline="30000" dirty="0">
                <a:latin typeface="David" panose="020E0502060401010101" pitchFamily="34" charset="-79"/>
                <a:cs typeface="David" panose="020E0502060401010101" pitchFamily="34" charset="-79"/>
              </a:rPr>
              <a:t>דרישות פונקציונליות</a:t>
            </a:r>
            <a:endParaRPr lang="en-US" sz="3600" b="1" baseline="30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0" name="מציין מיקום תוכן 4">
            <a:extLst>
              <a:ext uri="{FF2B5EF4-FFF2-40B4-BE49-F238E27FC236}">
                <a16:creationId xmlns:a16="http://schemas.microsoft.com/office/drawing/2014/main" id="{C2D282DD-1996-4060-817F-6CC92B494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94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מציין מיקום תוכן 8">
            <a:extLst>
              <a:ext uri="{FF2B5EF4-FFF2-40B4-BE49-F238E27FC236}">
                <a16:creationId xmlns:a16="http://schemas.microsoft.com/office/drawing/2014/main" id="{DB909B72-10B5-47CA-A843-08B129AF7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609846"/>
              </p:ext>
            </p:extLst>
          </p:nvPr>
        </p:nvGraphicFramePr>
        <p:xfrm>
          <a:off x="650631" y="1157409"/>
          <a:ext cx="7864719" cy="2743200"/>
        </p:xfrm>
        <a:graphic>
          <a:graphicData uri="http://schemas.openxmlformats.org/drawingml/2006/table">
            <a:tbl>
              <a:tblPr rtl="1" firstRow="1" bandRow="1">
                <a:tableStyleId>{7DF18680-E054-41AD-8BC1-D1AEF772440D}</a:tableStyleId>
              </a:tblPr>
              <a:tblGrid>
                <a:gridCol w="3749919">
                  <a:extLst>
                    <a:ext uri="{9D8B030D-6E8A-4147-A177-3AD203B41FA5}">
                      <a16:colId xmlns:a16="http://schemas.microsoft.com/office/drawing/2014/main" val="904716422"/>
                    </a:ext>
                  </a:extLst>
                </a:gridCol>
                <a:gridCol w="1493227">
                  <a:extLst>
                    <a:ext uri="{9D8B030D-6E8A-4147-A177-3AD203B41FA5}">
                      <a16:colId xmlns:a16="http://schemas.microsoft.com/office/drawing/2014/main" val="1051844121"/>
                    </a:ext>
                  </a:extLst>
                </a:gridCol>
                <a:gridCol w="2621573">
                  <a:extLst>
                    <a:ext uri="{9D8B030D-6E8A-4147-A177-3AD203B41FA5}">
                      <a16:colId xmlns:a16="http://schemas.microsoft.com/office/drawing/2014/main" val="1438942132"/>
                    </a:ext>
                  </a:extLst>
                </a:gridCol>
              </a:tblGrid>
              <a:tr h="362118"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תיעדוף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נימוק לתיעדוף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75504"/>
                  </a:ext>
                </a:extLst>
              </a:tr>
              <a:tr h="158996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בדיקת טעויות הקלטה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דרישה לא מופרשת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491077"/>
                  </a:ext>
                </a:extLst>
              </a:tr>
              <a:tr h="234952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גיבוי ושמירת נתונים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דרישה לא מופרשת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068336"/>
                  </a:ext>
                </a:extLst>
              </a:tr>
              <a:tr h="303531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בדיקת כפוליות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דרישה לא מופרשת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455663"/>
                  </a:ext>
                </a:extLst>
              </a:tr>
              <a:tr h="141411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מעקב שביעות הלקוחות (סקר לגבי הטיול)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בינונית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דרישת מארגנת הטיולים </a:t>
                      </a:r>
                    </a:p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883873"/>
                  </a:ext>
                </a:extLst>
              </a:tr>
              <a:tr h="256053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למארגנת טיולים צריך להיות הרשאות של מתאמת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חלשה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161620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DD66579-7D50-4BCD-9869-C7FE0BDC8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CA3AC9E-53C0-4C29-BB37-66E98F27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8</a:t>
            </a:fld>
            <a:endParaRPr lang="he-IL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0FF340D5-C88C-414F-92B3-6E8C35EDD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334" y="327970"/>
            <a:ext cx="31447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e-IL" sz="3600" b="1" u="sng" baseline="30000" dirty="0">
                <a:latin typeface="David" panose="020E0502060401010101" pitchFamily="34" charset="-79"/>
                <a:cs typeface="David" panose="020E0502060401010101" pitchFamily="34" charset="-79"/>
              </a:rPr>
              <a:t>דרישות לא פונקציונליות</a:t>
            </a:r>
            <a:endParaRPr lang="en-US" sz="3600" b="1" baseline="30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89420FDD-4430-43FB-9D3A-152246A23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-35169"/>
            <a:ext cx="837467" cy="726281"/>
          </a:xfrm>
          <a:prstGeom prst="rect">
            <a:avLst/>
          </a:prstGeom>
        </p:spPr>
      </p:pic>
      <p:pic>
        <p:nvPicPr>
          <p:cNvPr id="11" name="מציין מיקום תוכן 4">
            <a:extLst>
              <a:ext uri="{FF2B5EF4-FFF2-40B4-BE49-F238E27FC236}">
                <a16:creationId xmlns:a16="http://schemas.microsoft.com/office/drawing/2014/main" id="{3C04B981-1848-402D-8694-366BF07F8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9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673893-73E4-4A85-8C46-AFA8C52E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907" y="746449"/>
            <a:ext cx="5486400" cy="726281"/>
          </a:xfrm>
        </p:spPr>
        <p:txBody>
          <a:bodyPr>
            <a:normAutofit/>
          </a:bodyPr>
          <a:lstStyle/>
          <a:p>
            <a:pPr algn="ctr"/>
            <a:r>
              <a:rPr lang="he-IL" sz="3600" b="1" dirty="0"/>
              <a:t>מטרות הפרויקט-דרישות קריטית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CA86D08-E261-4012-99BA-35D217964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682" y="1825625"/>
            <a:ext cx="7214851" cy="3071690"/>
          </a:xfrm>
        </p:spPr>
        <p:txBody>
          <a:bodyPr/>
          <a:lstStyle/>
          <a:p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קליטת פרטי טיול ראשונים</a:t>
            </a:r>
          </a:p>
          <a:p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עדכון סטטוס טיול </a:t>
            </a:r>
          </a:p>
          <a:p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קליטת פרטי הלקוחות לתוך מאגרים </a:t>
            </a:r>
          </a:p>
          <a:p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עדכון סטטוס הלקוח </a:t>
            </a:r>
          </a:p>
          <a:p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בניית /עדכון שאלות הסקר </a:t>
            </a:r>
          </a:p>
          <a:p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הפקת דוחות </a:t>
            </a:r>
          </a:p>
          <a:p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endParaRPr lang="he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C4A82AB-E90D-42B8-ADE2-35E6EDE1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084276C-70CE-482C-AEF9-F2D44989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9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D080F20-2EB4-48E4-8456-CC4E3196A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3359"/>
            <a:ext cx="837467" cy="726281"/>
          </a:xfrm>
          <a:prstGeom prst="rect">
            <a:avLst/>
          </a:prstGeom>
        </p:spPr>
      </p:pic>
      <p:pic>
        <p:nvPicPr>
          <p:cNvPr id="8" name="מציין מיקום תוכן 4">
            <a:extLst>
              <a:ext uri="{FF2B5EF4-FFF2-40B4-BE49-F238E27FC236}">
                <a16:creationId xmlns:a16="http://schemas.microsoft.com/office/drawing/2014/main" id="{5A6D88DB-C2B5-4470-84B3-99F17F29D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83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44E5A1C-6E63-4499-A7E5-73AEF838D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682" y="2309405"/>
            <a:ext cx="7214851" cy="18583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בדיקת ותיקון שגיות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מניעת כפילות נתונים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מניעת חיסור נתונים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4A2DD7A-8FDB-4567-BFE4-EBAE5536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05C0D1C-4C26-4FDA-94FD-4FF825BE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10</a:t>
            </a:fld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C389D5AA-E673-4094-ADDD-FAA79B44A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095" y="717794"/>
            <a:ext cx="5214555" cy="726281"/>
          </a:xfrm>
        </p:spPr>
        <p:txBody>
          <a:bodyPr>
            <a:normAutofit/>
          </a:bodyPr>
          <a:lstStyle/>
          <a:p>
            <a:pPr algn="ctr"/>
            <a:r>
              <a:rPr lang="he-IL" sz="3600" b="1" dirty="0"/>
              <a:t>מטרות הפרויקט- מטרות משנה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FE13C6C-FC52-4198-A13E-DB14AB96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D84B4141-C74D-4ECB-9413-7D7ECA85F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AD75D6-B12E-476E-9C37-7E49AEE0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4" y="728266"/>
            <a:ext cx="8306533" cy="962423"/>
          </a:xfrm>
        </p:spPr>
        <p:txBody>
          <a:bodyPr>
            <a:noAutofit/>
          </a:bodyPr>
          <a:lstStyle/>
          <a:p>
            <a:pPr algn="r"/>
            <a:r>
              <a:rPr lang="he-IL" sz="3600" b="1" dirty="0"/>
              <a:t>שיטת העבודה בפרויקט- שלבי העבודה בפרויקט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F9A21BA-FADC-42AC-B252-CF2D97A1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36A976A-4193-475F-94F3-0F414E9A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11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91BCCF92-52E9-4C1A-91C7-96F065EC5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2F45EB84-A63F-4387-90A2-18CE68385ED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36357" y="1965414"/>
            <a:ext cx="7886700" cy="3249125"/>
          </a:xfrm>
        </p:spPr>
        <p:txBody>
          <a:bodyPr>
            <a:normAutofit/>
          </a:bodyPr>
          <a:lstStyle/>
          <a:p>
            <a:r>
              <a:rPr lang="he-IL" dirty="0"/>
              <a:t>עברנו על דרישות הפרויקט, הבנו את מה שנדרש לבצע</a:t>
            </a:r>
          </a:p>
          <a:p>
            <a:r>
              <a:rPr lang="he-IL" dirty="0"/>
              <a:t>חילקנו את המשימות בין חברי הקבוצה לטובת עבודה יעילה מקצועית ומשותפת </a:t>
            </a:r>
          </a:p>
          <a:p>
            <a:r>
              <a:rPr lang="he-IL" dirty="0"/>
              <a:t>כל אחד ביצע את חלקו בהתאם לקצב הלמידה של החומר הלימודי במהלך הסמסטר </a:t>
            </a:r>
          </a:p>
          <a:p>
            <a:r>
              <a:rPr lang="he-IL" dirty="0"/>
              <a:t>לאחר ביצוע כל אחד ומשימותיו ביצענו בדיקות וסיקורים צולבים בינינו לצורך מיטוב הפרויקט</a:t>
            </a:r>
          </a:p>
        </p:txBody>
      </p:sp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3C5994B2-5290-4241-8D41-2F220E8B4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074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מציין מיקום תוכן 7">
            <a:extLst>
              <a:ext uri="{FF2B5EF4-FFF2-40B4-BE49-F238E27FC236}">
                <a16:creationId xmlns:a16="http://schemas.microsoft.com/office/drawing/2014/main" id="{991EE06A-CE65-4D04-9CA6-8B88B87B16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138539"/>
              </p:ext>
            </p:extLst>
          </p:nvPr>
        </p:nvGraphicFramePr>
        <p:xfrm>
          <a:off x="628650" y="808043"/>
          <a:ext cx="7886700" cy="5486400"/>
        </p:xfrm>
        <a:graphic>
          <a:graphicData uri="http://schemas.openxmlformats.org/drawingml/2006/table">
            <a:tbl>
              <a:tblPr rtl="1" firstRow="1" bandRow="1">
                <a:tableStyleId>{7DF18680-E054-41AD-8BC1-D1AEF772440D}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798639224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4151429507"/>
                    </a:ext>
                  </a:extLst>
                </a:gridCol>
              </a:tblGrid>
              <a:tr h="449832"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תהליך העבודה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שלב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075260"/>
                  </a:ext>
                </a:extLst>
              </a:tr>
              <a:tr h="1559419">
                <a:tc>
                  <a:txBody>
                    <a:bodyPr/>
                    <a:lstStyle/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</a:t>
                      </a:r>
                      <a:r>
                        <a:rPr lang="he-IL" sz="14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. התכנון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1.1 ייזום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1.2 תרשים תהליך ארגון טיול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1.3 תרשים </a:t>
                      </a:r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SIPOC </a:t>
                      </a:r>
                      <a:r>
                        <a:rPr lang="ar-SA" sz="1400" dirty="0">
                          <a:latin typeface="David" panose="020E0502060401010101" pitchFamily="34" charset="-79"/>
                        </a:rPr>
                        <a:t> </a:t>
                      </a:r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להפקת דוח הכנסות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1.4 הצורך במערכת מידע במנוחים מדידים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1.5 דרישות פונקציונלית ולא פונקציונלית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1.6 הגדרת מטרות הפרויקט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1.7 הצגת שיטת העבודה בפרויקט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577353"/>
                  </a:ext>
                </a:extLst>
              </a:tr>
              <a:tr h="929654">
                <a:tc>
                  <a:txBody>
                    <a:bodyPr/>
                    <a:lstStyle/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</a:t>
                      </a:r>
                      <a:r>
                        <a:rPr lang="he-IL" sz="14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. הניתוח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2.1 תרשים</a:t>
                      </a:r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ERD </a:t>
                      </a:r>
                      <a:endParaRPr lang="he-IL" sz="14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2.2 תרשים </a:t>
                      </a:r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DFD 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2.3 תרשים </a:t>
                      </a:r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Use Case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2.4 מסמכי </a:t>
                      </a:r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258423"/>
                  </a:ext>
                </a:extLst>
              </a:tr>
              <a:tr h="929654">
                <a:tc>
                  <a:txBody>
                    <a:bodyPr/>
                    <a:lstStyle/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</a:t>
                      </a:r>
                      <a:r>
                        <a:rPr lang="he-IL" sz="14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. העיצוב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3.1 בניית טבלאות בסיס הנתונים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3.2 בניית מסכי המערכת</a:t>
                      </a:r>
                    </a:p>
                    <a:p>
                      <a:pPr rtl="1"/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3.3 בניית מבחן שמישות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3.4 ביצוע וסיכום מבחן שמישות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450760"/>
                  </a:ext>
                </a:extLst>
              </a:tr>
              <a:tr h="629765">
                <a:tc>
                  <a:txBody>
                    <a:bodyPr/>
                    <a:lstStyle/>
                    <a:p>
                      <a:pPr rtl="1"/>
                      <a:r>
                        <a:rPr lang="he-IL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4. הפיתוח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4.1 בניית אב טיפוס</a:t>
                      </a:r>
                    </a:p>
                    <a:p>
                      <a:pPr rtl="1"/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4.2 בדיקות תוכנה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725588"/>
                  </a:ext>
                </a:extLst>
              </a:tr>
              <a:tr h="899665">
                <a:tc>
                  <a:txBody>
                    <a:bodyPr/>
                    <a:lstStyle/>
                    <a:p>
                      <a:pPr rtl="1"/>
                      <a:r>
                        <a:rPr lang="he-IL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סיכום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Font typeface="Wingdings" panose="05000000000000000000" pitchFamily="2" charset="2"/>
                        <a:buChar char="v"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מטרות הפרויקט</a:t>
                      </a:r>
                    </a:p>
                    <a:p>
                      <a:pPr marL="285750" indent="-285750" rtl="1">
                        <a:buFont typeface="Wingdings" panose="05000000000000000000" pitchFamily="2" charset="2"/>
                        <a:buChar char="v"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מידת ההצלחה של הפרויקט</a:t>
                      </a:r>
                    </a:p>
                    <a:p>
                      <a:pPr marL="285750" indent="-285750" rtl="1">
                        <a:buFont typeface="Wingdings" panose="05000000000000000000" pitchFamily="2" charset="2"/>
                        <a:buChar char="v"/>
                      </a:pPr>
                      <a:r>
                        <a:rPr lang="he-IL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מסקנות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229140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7ABCE66-C2BC-4754-BA4F-00E975095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AE1E7D4-1D71-4076-A95D-07C1D12D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12</a:t>
            </a:fld>
            <a:endParaRPr lang="he-IL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67BF4E5-C7F9-4BBC-8E9F-92476E4DC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754" y="26425"/>
            <a:ext cx="71800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e-IL" sz="2800" b="1" dirty="0"/>
              <a:t>שיטת העבודה בפרויקט - שלבי העבודה בפרויקט</a:t>
            </a:r>
            <a:endParaRPr lang="en-US" sz="2800" b="1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AEB2E39-922D-418A-A3DA-B30269AC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-35169"/>
            <a:ext cx="837467" cy="726281"/>
          </a:xfrm>
          <a:prstGeom prst="rect">
            <a:avLst/>
          </a:prstGeom>
        </p:spPr>
      </p:pic>
      <p:pic>
        <p:nvPicPr>
          <p:cNvPr id="10" name="מציין מיקום תוכן 4">
            <a:extLst>
              <a:ext uri="{FF2B5EF4-FFF2-40B4-BE49-F238E27FC236}">
                <a16:creationId xmlns:a16="http://schemas.microsoft.com/office/drawing/2014/main" id="{934B960D-7D4C-4210-948D-C0618878B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72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50D6F47-BD3A-4C31-87F9-150D6D9E6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397" y="1934307"/>
            <a:ext cx="7886700" cy="3683978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sz="2400" dirty="0"/>
              <a:t>שלב התכנון – סוהילה, מרים </a:t>
            </a: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sz="2400" dirty="0"/>
              <a:t>שלב הניתוח – אסיה, סוהילה</a:t>
            </a:r>
          </a:p>
          <a:p>
            <a:pPr lvl="1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dirty="0"/>
              <a:t>שלב העיצוב – סוהילה, אסיה, </a:t>
            </a:r>
            <a:r>
              <a:rPr lang="he-IL" dirty="0" err="1"/>
              <a:t>עאישה</a:t>
            </a:r>
            <a:endParaRPr lang="he-IL" dirty="0"/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sz="2400" dirty="0"/>
              <a:t>שלב הפיתוח – מרים, </a:t>
            </a:r>
            <a:r>
              <a:rPr lang="he-IL" sz="2400" dirty="0" err="1"/>
              <a:t>עאישה</a:t>
            </a:r>
            <a:endParaRPr lang="he-IL" sz="2400" dirty="0"/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sz="2400" dirty="0"/>
              <a:t>הסיכום – כלל חברי הצוות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07C0C54-0926-4689-AA42-65A447AD5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FAB31C0-9A1B-419F-95E5-9C0A0882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13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F9C016E-1537-405A-BE4D-B0F126361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sp>
        <p:nvSpPr>
          <p:cNvPr id="7" name="כותרת 1">
            <a:extLst>
              <a:ext uri="{FF2B5EF4-FFF2-40B4-BE49-F238E27FC236}">
                <a16:creationId xmlns:a16="http://schemas.microsoft.com/office/drawing/2014/main" id="{38CBE991-3AC0-4037-BDB0-995C21FA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44355"/>
            <a:ext cx="8915400" cy="962422"/>
          </a:xfrm>
        </p:spPr>
        <p:txBody>
          <a:bodyPr>
            <a:noAutofit/>
          </a:bodyPr>
          <a:lstStyle/>
          <a:p>
            <a:pPr algn="r"/>
            <a:r>
              <a:rPr lang="he-IL" sz="3600" b="1" dirty="0"/>
              <a:t>שיטת העבודה בפרויקט- תפקידי חברי הצוות בפרויקט</a:t>
            </a:r>
          </a:p>
        </p:txBody>
      </p:sp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C96E5599-6106-4542-AFDD-2933303E5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57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מציין מיקום תוכן 7">
            <a:extLst>
              <a:ext uri="{FF2B5EF4-FFF2-40B4-BE49-F238E27FC236}">
                <a16:creationId xmlns:a16="http://schemas.microsoft.com/office/drawing/2014/main" id="{C2CC65DF-AA6B-4022-B820-1956B0488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81" y="1934025"/>
            <a:ext cx="7214851" cy="4000783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D853EAA-210D-44B0-A235-0C3BEB0F6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0C70E0C-6CAD-4BA9-A021-2DE8B8D9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14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9D0C8CBD-4A52-47EC-9C5B-4816870B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sp>
        <p:nvSpPr>
          <p:cNvPr id="7" name="כותרת 1">
            <a:extLst>
              <a:ext uri="{FF2B5EF4-FFF2-40B4-BE49-F238E27FC236}">
                <a16:creationId xmlns:a16="http://schemas.microsoft.com/office/drawing/2014/main" id="{49139DFD-316B-4BEF-B1B4-71D37C1DD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pPr algn="ctr"/>
            <a:r>
              <a:rPr lang="he-IL" dirty="0"/>
              <a:t>שיטת העבודה בפרויקט- תרשים </a:t>
            </a:r>
            <a:r>
              <a:rPr lang="he-IL" dirty="0" err="1"/>
              <a:t>גאנט</a:t>
            </a:r>
            <a:endParaRPr lang="he-IL" dirty="0"/>
          </a:p>
        </p:txBody>
      </p:sp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DE39E2EF-4F6F-4F82-B35E-033D84381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78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1D5F53-E143-440E-B906-731CE6F7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34" y="23433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he-IL" sz="6000" b="1" dirty="0"/>
              <a:t>שלב הניתוח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1296480-E85D-4335-997B-2AED1204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107BD9E-62C6-44B4-94A4-9012B412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6923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4CC9752-4D29-4FBE-BD13-43198ACC3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82" y="1195754"/>
            <a:ext cx="7214851" cy="491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76F3601D-EED0-4E85-894A-7D2FEF21E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2085" y="668764"/>
            <a:ext cx="6152662" cy="306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ts val="1500"/>
              </a:lnSpc>
              <a:spcBef>
                <a:spcPct val="50000"/>
              </a:spcBef>
            </a:pPr>
            <a:r>
              <a:rPr lang="he-IL" sz="2400" b="1" u="sng" dirty="0"/>
              <a:t>תרשים  </a:t>
            </a:r>
            <a:r>
              <a:rPr lang="en-US" sz="2400" b="1" u="sng" dirty="0"/>
              <a:t> - ERD</a:t>
            </a:r>
            <a:r>
              <a:rPr lang="he-IL" sz="2400" b="1" u="sng" dirty="0"/>
              <a:t>מצב מוצע</a:t>
            </a:r>
            <a:endParaRPr lang="en-US" sz="2400" b="1" u="sng" dirty="0"/>
          </a:p>
        </p:txBody>
      </p:sp>
      <p:pic>
        <p:nvPicPr>
          <p:cNvPr id="8" name="מציין מיקום תוכן 4">
            <a:extLst>
              <a:ext uri="{FF2B5EF4-FFF2-40B4-BE49-F238E27FC236}">
                <a16:creationId xmlns:a16="http://schemas.microsoft.com/office/drawing/2014/main" id="{39BF2879-CB8D-4020-9AC8-9367B732E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8D34E478-939E-417E-99F4-45A223270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0D52787-0F3D-4C7F-B5F1-7889FB70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EC06E102-6C19-4A0E-83DA-28818D15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1190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4E462ED-97A9-4EB0-7A7F-4D567F8C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82" y="1380392"/>
            <a:ext cx="7331349" cy="392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F2018206-E914-4A75-8966-0D42ACADB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68CEA3E2-FE50-4EAF-BCC5-61CDF8307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2085" y="668764"/>
            <a:ext cx="6152662" cy="306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ts val="1500"/>
              </a:lnSpc>
              <a:spcBef>
                <a:spcPct val="50000"/>
              </a:spcBef>
            </a:pPr>
            <a:r>
              <a:rPr lang="he-IL" sz="2400" b="1" u="sng" dirty="0"/>
              <a:t>תרשים  </a:t>
            </a:r>
            <a:r>
              <a:rPr lang="en-US" sz="2400" b="1" u="sng" dirty="0"/>
              <a:t> - DFD-0</a:t>
            </a:r>
            <a:r>
              <a:rPr lang="he-IL" sz="2400" b="1" u="sng" dirty="0"/>
              <a:t>מצב מוצע</a:t>
            </a:r>
            <a:endParaRPr lang="en-US" sz="2400" b="1" u="sng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D7DEC057-C83E-4F0D-AA84-71AC1B700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7" name="מציין מיקום של כותרת תחתונה 6">
            <a:extLst>
              <a:ext uri="{FF2B5EF4-FFF2-40B4-BE49-F238E27FC236}">
                <a16:creationId xmlns:a16="http://schemas.microsoft.com/office/drawing/2014/main" id="{E3B91F2A-98C5-491E-B8EC-63FC2C4C5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ADF22DF5-33DB-4BD7-8CC3-03ABBB15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90100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C96C83B-576A-C4CD-1041-CBA766244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82" y="1257300"/>
            <a:ext cx="7665455" cy="485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9999C41E-1EBB-45B4-9673-F0C38FBF8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AD8B2268-39A2-4B1E-977B-C1886AE21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2085" y="668764"/>
            <a:ext cx="6152662" cy="306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ts val="1500"/>
              </a:lnSpc>
              <a:spcBef>
                <a:spcPct val="50000"/>
              </a:spcBef>
            </a:pPr>
            <a:r>
              <a:rPr lang="he-IL" sz="2400" b="1" u="sng" dirty="0"/>
              <a:t>המשך תרשים  </a:t>
            </a:r>
            <a:r>
              <a:rPr lang="en-US" sz="2400" b="1" u="sng" dirty="0"/>
              <a:t> - DFD-0</a:t>
            </a:r>
            <a:r>
              <a:rPr lang="he-IL" sz="2400" b="1" u="sng" dirty="0"/>
              <a:t>מצב מוצע</a:t>
            </a:r>
            <a:endParaRPr lang="en-US" sz="2400" b="1" u="sng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6431FB21-18CD-4901-964E-C9EA439ED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7" name="מציין מיקום של כותרת תחתונה 6">
            <a:extLst>
              <a:ext uri="{FF2B5EF4-FFF2-40B4-BE49-F238E27FC236}">
                <a16:creationId xmlns:a16="http://schemas.microsoft.com/office/drawing/2014/main" id="{EE127D41-2E3E-4A06-8A64-D411D15C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DD1F0519-10F2-4AB9-9783-2C5491BE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6350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E51E001-FD68-9E77-B693-D98B622C2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81" y="1354015"/>
            <a:ext cx="7603911" cy="427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951C2903-B1BE-47A0-832B-8DF180FDA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94190615-7679-4A1F-92AD-9619D305C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2085" y="668764"/>
            <a:ext cx="6152662" cy="306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ts val="1500"/>
              </a:lnSpc>
              <a:spcBef>
                <a:spcPct val="50000"/>
              </a:spcBef>
            </a:pPr>
            <a:r>
              <a:rPr lang="he-IL" sz="2400" b="1" u="sng" dirty="0"/>
              <a:t>תרשים  </a:t>
            </a:r>
            <a:r>
              <a:rPr lang="en-US" sz="2400" b="1" u="sng" dirty="0"/>
              <a:t> - DFD-1</a:t>
            </a:r>
            <a:r>
              <a:rPr lang="he-IL" sz="2400" b="1" u="sng" dirty="0"/>
              <a:t>מצב מוצע</a:t>
            </a:r>
            <a:endParaRPr lang="en-US" sz="2400" b="1" u="sng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97A7742D-74FD-4F0B-A609-9D2C1D8AB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sp>
        <p:nvSpPr>
          <p:cNvPr id="7" name="מציין מיקום של כותרת תחתונה 6">
            <a:extLst>
              <a:ext uri="{FF2B5EF4-FFF2-40B4-BE49-F238E27FC236}">
                <a16:creationId xmlns:a16="http://schemas.microsoft.com/office/drawing/2014/main" id="{0E1AEC45-D1FB-4E89-827B-87397B4E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551DA2CA-D45E-4887-824C-91F3D8F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9027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4C57089-6AA9-3EAF-DE05-8941C7430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1682" y="1825625"/>
            <a:ext cx="3423168" cy="4351338"/>
          </a:xfrm>
        </p:spPr>
        <p:txBody>
          <a:bodyPr>
            <a:normAutofit/>
          </a:bodyPr>
          <a:lstStyle/>
          <a:p>
            <a:r>
              <a:rPr lang="he-IL" sz="1350" dirty="0"/>
              <a:t>קלוט פרטי תנאי קבלה </a:t>
            </a:r>
          </a:p>
          <a:p>
            <a:r>
              <a:rPr lang="he-IL" sz="1350" b="1" dirty="0"/>
              <a:t>האם </a:t>
            </a:r>
            <a:r>
              <a:rPr lang="he-IL" sz="1350" dirty="0"/>
              <a:t>עומד בתנאי קבלה ?</a:t>
            </a:r>
          </a:p>
          <a:p>
            <a:r>
              <a:rPr lang="he-IL" sz="1350" b="1" dirty="0"/>
              <a:t>     אם כן</a:t>
            </a:r>
            <a:r>
              <a:rPr lang="he-IL" sz="1350" dirty="0"/>
              <a:t> שמור במאגר לקוח ?</a:t>
            </a:r>
          </a:p>
          <a:p>
            <a:r>
              <a:rPr lang="he-IL" sz="1350" b="1" dirty="0"/>
              <a:t>     </a:t>
            </a:r>
            <a:r>
              <a:rPr lang="he-IL" sz="1350" dirty="0"/>
              <a:t>עדכון סטטוס </a:t>
            </a:r>
            <a:r>
              <a:rPr lang="he-IL" sz="1350" b="1" dirty="0"/>
              <a:t> "סופי"</a:t>
            </a:r>
          </a:p>
          <a:p>
            <a:r>
              <a:rPr lang="he-IL" sz="1350" b="1" dirty="0"/>
              <a:t>אחרת</a:t>
            </a:r>
          </a:p>
          <a:p>
            <a:r>
              <a:rPr lang="he-IL" sz="1350" b="1" dirty="0"/>
              <a:t>        </a:t>
            </a:r>
            <a:r>
              <a:rPr lang="he-IL" sz="1350" dirty="0"/>
              <a:t>עדכון סטטוס </a:t>
            </a:r>
            <a:r>
              <a:rPr lang="he-IL" sz="1350" b="1" dirty="0"/>
              <a:t>"בוטל"</a:t>
            </a:r>
          </a:p>
          <a:p>
            <a:r>
              <a:rPr lang="he-IL" sz="1350" b="1" dirty="0"/>
              <a:t>להקליד תאריך וסיבת הביטול </a:t>
            </a:r>
          </a:p>
          <a:p>
            <a:r>
              <a:rPr lang="he-IL" sz="1350" b="1" dirty="0"/>
              <a:t>סיום אם</a:t>
            </a:r>
          </a:p>
          <a:p>
            <a:r>
              <a:rPr lang="he-IL" sz="1350" b="1" dirty="0"/>
              <a:t>סיום</a:t>
            </a:r>
          </a:p>
          <a:p>
            <a:r>
              <a:rPr lang="he-IL" sz="1350" b="1" dirty="0"/>
              <a:t>סוף</a:t>
            </a:r>
          </a:p>
        </p:txBody>
      </p:sp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9F98E4A1-5C8C-97D6-381D-7163704C2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677383" cy="4351338"/>
          </a:xfrm>
        </p:spPr>
        <p:txBody>
          <a:bodyPr>
            <a:noAutofit/>
          </a:bodyPr>
          <a:lstStyle/>
          <a:p>
            <a:r>
              <a:rPr lang="he-IL" sz="1500" b="1" u="sng" dirty="0"/>
              <a:t>תיאור תהליך :ביצוע רישום </a:t>
            </a:r>
            <a:r>
              <a:rPr lang="en-US" sz="1500" b="1" u="sng" dirty="0"/>
              <a:t>“DFD1.0”- </a:t>
            </a:r>
            <a:endParaRPr lang="he-IL" sz="1500" b="1" u="sng" dirty="0"/>
          </a:p>
          <a:p>
            <a:r>
              <a:rPr lang="he-IL" sz="1350" dirty="0"/>
              <a:t>התחל</a:t>
            </a:r>
          </a:p>
          <a:p>
            <a:r>
              <a:rPr lang="he-IL" sz="1350" dirty="0"/>
              <a:t>קלוט פרטיים אישיים</a:t>
            </a:r>
          </a:p>
          <a:p>
            <a:r>
              <a:rPr lang="he-IL" sz="1350" dirty="0"/>
              <a:t>עדכון סטטוס </a:t>
            </a:r>
            <a:r>
              <a:rPr lang="he-IL" sz="1350" b="1" dirty="0"/>
              <a:t>"ללא סטטוס"</a:t>
            </a:r>
          </a:p>
          <a:p>
            <a:r>
              <a:rPr lang="he-IL" sz="1350" dirty="0"/>
              <a:t>בדוק תקינות קלט</a:t>
            </a:r>
          </a:p>
          <a:p>
            <a:r>
              <a:rPr lang="he-IL" sz="1350" dirty="0"/>
              <a:t>    </a:t>
            </a:r>
            <a:r>
              <a:rPr lang="he-IL" sz="1350" b="1" dirty="0"/>
              <a:t>כל עוד </a:t>
            </a:r>
            <a:r>
              <a:rPr lang="he-IL" sz="1350" dirty="0"/>
              <a:t>פרטיים אישיים לא תקינים חזור לקלוט מחדש</a:t>
            </a:r>
          </a:p>
          <a:p>
            <a:r>
              <a:rPr lang="he-IL" sz="1350" b="1" dirty="0"/>
              <a:t>אחרת</a:t>
            </a:r>
          </a:p>
          <a:p>
            <a:r>
              <a:rPr lang="he-IL" sz="1350" dirty="0"/>
              <a:t>         בדוק </a:t>
            </a:r>
            <a:r>
              <a:rPr lang="he-IL" sz="1350" b="1" dirty="0"/>
              <a:t>האם </a:t>
            </a:r>
            <a:r>
              <a:rPr lang="he-IL" sz="1350" dirty="0"/>
              <a:t>פרטיים אישיים קיימים במאגר לקוחות ?</a:t>
            </a:r>
          </a:p>
          <a:p>
            <a:r>
              <a:rPr lang="he-IL" sz="1350" dirty="0"/>
              <a:t>     </a:t>
            </a:r>
            <a:r>
              <a:rPr lang="he-IL" sz="1350" b="1" dirty="0"/>
              <a:t>אם כן </a:t>
            </a:r>
            <a:r>
              <a:rPr lang="he-IL" sz="1350" dirty="0"/>
              <a:t>שלוף פרטיים אישיים ממאגר לקוחות</a:t>
            </a:r>
          </a:p>
          <a:p>
            <a:r>
              <a:rPr lang="he-IL" sz="1350" b="1" dirty="0"/>
              <a:t>אחרת</a:t>
            </a:r>
          </a:p>
          <a:p>
            <a:r>
              <a:rPr lang="he-IL" sz="1350" dirty="0"/>
              <a:t>       קלוט שאר פרטיים של לקוח</a:t>
            </a:r>
          </a:p>
          <a:p>
            <a:r>
              <a:rPr lang="he-IL" sz="1350" b="1" dirty="0"/>
              <a:t>סיום אם</a:t>
            </a:r>
          </a:p>
          <a:p>
            <a:pPr marL="0" indent="0">
              <a:buNone/>
            </a:pPr>
            <a:endParaRPr lang="he-IL" sz="1350" dirty="0"/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A0A215F4-0B21-4B96-91C2-8C8365FD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263" y="356333"/>
            <a:ext cx="3459773" cy="1325563"/>
          </a:xfrm>
        </p:spPr>
        <p:txBody>
          <a:bodyPr>
            <a:normAutofit/>
          </a:bodyPr>
          <a:lstStyle/>
          <a:p>
            <a:r>
              <a:rPr lang="he-IL" sz="6000" b="1" dirty="0"/>
              <a:t>מסמכי </a:t>
            </a:r>
            <a:r>
              <a:rPr lang="en-US" sz="6000" b="1" dirty="0"/>
              <a:t>DFD</a:t>
            </a:r>
            <a:endParaRPr lang="he-IL" sz="600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8BAA8A1F-5B19-4800-89BC-B8DFF1DDA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-17585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60CF677C-F88B-4109-A964-4CE7E0772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35947FFF-70EB-4607-965F-CC93EF43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CFF00D5-10FB-4C9D-BC26-02011971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3434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B397ECB-CF7B-33C0-893E-8C040CA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1682" y="2125266"/>
            <a:ext cx="3423168" cy="3908806"/>
          </a:xfrm>
        </p:spPr>
        <p:txBody>
          <a:bodyPr>
            <a:normAutofit/>
          </a:bodyPr>
          <a:lstStyle/>
          <a:p>
            <a:r>
              <a:rPr lang="he-IL" sz="1500" b="1" dirty="0"/>
              <a:t>סיום אם-ים</a:t>
            </a:r>
          </a:p>
          <a:p>
            <a:r>
              <a:rPr lang="he-IL" sz="1500" b="1" dirty="0"/>
              <a:t>אם הטיול מבוטל</a:t>
            </a:r>
          </a:p>
          <a:p>
            <a:r>
              <a:rPr lang="he-IL" sz="1500" b="1" dirty="0"/>
              <a:t>עדכן סטטוס "בוטל"</a:t>
            </a:r>
          </a:p>
          <a:p>
            <a:r>
              <a:rPr lang="he-IL" sz="1500" b="1" dirty="0"/>
              <a:t>שמור במאגר סטטוס טיול</a:t>
            </a:r>
          </a:p>
          <a:p>
            <a:r>
              <a:rPr lang="he-IL" sz="1500" b="1" dirty="0"/>
              <a:t>להקליד תאריך וסיבת הביטול </a:t>
            </a:r>
          </a:p>
          <a:p>
            <a:r>
              <a:rPr lang="he-IL" sz="1500" b="1" dirty="0"/>
              <a:t>סיום אם</a:t>
            </a:r>
          </a:p>
          <a:p>
            <a:r>
              <a:rPr lang="he-IL" sz="1500" b="1" dirty="0"/>
              <a:t>סיום</a:t>
            </a:r>
          </a:p>
          <a:p>
            <a:endParaRPr lang="he-IL" sz="1500" dirty="0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08998BE-0A1D-A55C-D169-3E65F86D8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9258" y="1811292"/>
            <a:ext cx="3677383" cy="4222780"/>
          </a:xfrm>
        </p:spPr>
        <p:txBody>
          <a:bodyPr>
            <a:noAutofit/>
          </a:bodyPr>
          <a:lstStyle/>
          <a:p>
            <a:r>
              <a:rPr lang="he-IL" sz="1500" b="1" u="sng" dirty="0"/>
              <a:t>תיאור תהליך :סטטוס טיול - </a:t>
            </a:r>
            <a:r>
              <a:rPr lang="en-US" sz="1500" b="1" u="sng" dirty="0"/>
              <a:t>“DFD2.0 ”</a:t>
            </a:r>
            <a:endParaRPr lang="he-IL" sz="1500" b="1" u="sng" dirty="0"/>
          </a:p>
          <a:p>
            <a:r>
              <a:rPr lang="he-IL" sz="1500" dirty="0"/>
              <a:t>התחל</a:t>
            </a:r>
          </a:p>
          <a:p>
            <a:r>
              <a:rPr lang="he-IL" sz="1500" b="1" dirty="0"/>
              <a:t>כל עוד </a:t>
            </a:r>
            <a:r>
              <a:rPr lang="he-IL" sz="1500" dirty="0"/>
              <a:t>הטיול איננו וודאי </a:t>
            </a:r>
          </a:p>
          <a:p>
            <a:r>
              <a:rPr lang="he-IL" sz="1500" dirty="0"/>
              <a:t>עדכן סטטוס טיול </a:t>
            </a:r>
            <a:r>
              <a:rPr lang="he-IL" sz="1500" b="1" dirty="0"/>
              <a:t>"ריק"</a:t>
            </a:r>
          </a:p>
          <a:p>
            <a:r>
              <a:rPr lang="he-IL" sz="1500" dirty="0"/>
              <a:t>     אחרת </a:t>
            </a:r>
          </a:p>
          <a:p>
            <a:r>
              <a:rPr lang="he-IL" sz="1500" dirty="0"/>
              <a:t>     </a:t>
            </a:r>
            <a:r>
              <a:rPr lang="he-IL" sz="1500" b="1" dirty="0"/>
              <a:t>אם </a:t>
            </a:r>
            <a:r>
              <a:rPr lang="he-IL" sz="1500" dirty="0"/>
              <a:t>קיים תאריכים ורשימת  מדריכים סופית לטיול?</a:t>
            </a:r>
          </a:p>
          <a:p>
            <a:r>
              <a:rPr lang="he-IL" sz="1500" dirty="0"/>
              <a:t>         עדכן סטטוס טיול </a:t>
            </a:r>
            <a:r>
              <a:rPr lang="he-IL" sz="1500" b="1" dirty="0"/>
              <a:t>"פתוח"</a:t>
            </a:r>
          </a:p>
          <a:p>
            <a:r>
              <a:rPr lang="he-IL" sz="1500" b="1" dirty="0"/>
              <a:t>   אחרת</a:t>
            </a:r>
          </a:p>
          <a:p>
            <a:r>
              <a:rPr lang="he-IL" sz="1500" b="1" dirty="0"/>
              <a:t>           אם </a:t>
            </a:r>
            <a:r>
              <a:rPr lang="he-IL" sz="1500" dirty="0"/>
              <a:t>הטיול התחיל</a:t>
            </a:r>
          </a:p>
          <a:p>
            <a:r>
              <a:rPr lang="he-IL" sz="1500" b="1" dirty="0"/>
              <a:t>           </a:t>
            </a:r>
            <a:r>
              <a:rPr lang="he-IL" sz="1500" dirty="0"/>
              <a:t>עדכן סטטוס טיול </a:t>
            </a:r>
            <a:r>
              <a:rPr lang="he-IL" sz="1500" b="1" dirty="0"/>
              <a:t>"בתהליך"</a:t>
            </a:r>
          </a:p>
          <a:p>
            <a:r>
              <a:rPr lang="he-IL" sz="1500" b="1" dirty="0"/>
              <a:t>              אם </a:t>
            </a:r>
            <a:r>
              <a:rPr lang="he-IL" sz="1500" dirty="0"/>
              <a:t>הטיול נגמר</a:t>
            </a:r>
          </a:p>
          <a:p>
            <a:r>
              <a:rPr lang="he-IL" sz="1500" b="1" dirty="0"/>
              <a:t>                 </a:t>
            </a:r>
            <a:r>
              <a:rPr lang="he-IL" sz="1500" dirty="0"/>
              <a:t>עדכן סטטוס טיול</a:t>
            </a:r>
            <a:r>
              <a:rPr lang="he-IL" sz="1500" b="1" dirty="0"/>
              <a:t> "בוצע"</a:t>
            </a:r>
          </a:p>
          <a:p>
            <a:endParaRPr lang="he-IL" sz="1500" b="1" dirty="0"/>
          </a:p>
          <a:p>
            <a:endParaRPr lang="he-IL" sz="1500" b="1" dirty="0"/>
          </a:p>
          <a:p>
            <a:endParaRPr lang="he-IL" sz="1500" b="1" dirty="0"/>
          </a:p>
          <a:p>
            <a:endParaRPr lang="he-IL" sz="1500" b="1" dirty="0"/>
          </a:p>
          <a:p>
            <a:endParaRPr lang="he-IL" sz="1500" b="1" dirty="0"/>
          </a:p>
          <a:p>
            <a:endParaRPr lang="he-IL" sz="1500" b="1" dirty="0"/>
          </a:p>
          <a:p>
            <a:endParaRPr lang="he-IL" sz="1500" b="1" dirty="0"/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7C31C326-ED9F-4EAF-9328-1DBBEF36A6C6}"/>
              </a:ext>
            </a:extLst>
          </p:cNvPr>
          <p:cNvSpPr txBox="1">
            <a:spLocks/>
          </p:cNvSpPr>
          <p:nvPr/>
        </p:nvSpPr>
        <p:spPr>
          <a:xfrm>
            <a:off x="2899263" y="730310"/>
            <a:ext cx="3459773" cy="758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6000" b="1" dirty="0"/>
              <a:t>מסמכי </a:t>
            </a:r>
            <a:r>
              <a:rPr lang="en-US" sz="6000" b="1" dirty="0"/>
              <a:t>DFD</a:t>
            </a:r>
            <a:endParaRPr lang="he-IL" sz="600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CE6E7B40-080D-4CCC-9DD5-14BECDC23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76CD8269-7A74-4214-AF2F-F325A476F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FEDB9B05-6235-46B2-BF7E-5D3A9B07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C07C58-F7C4-478D-9D95-1141B242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3841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42493DD-CD58-13D7-2B55-15531A167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1682" y="1825625"/>
            <a:ext cx="3423168" cy="4351338"/>
          </a:xfrm>
        </p:spPr>
        <p:txBody>
          <a:bodyPr>
            <a:normAutofit/>
          </a:bodyPr>
          <a:lstStyle/>
          <a:p>
            <a:r>
              <a:rPr lang="he-IL" sz="1800" b="1" u="sng" dirty="0"/>
              <a:t>תיאור תהליך :סקר סיום טיול-</a:t>
            </a:r>
            <a:r>
              <a:rPr lang="en-US" sz="1800" b="1" u="sng" dirty="0"/>
              <a:t>“DFD4.0 ”</a:t>
            </a:r>
            <a:endParaRPr lang="he-IL" sz="1800" b="1" u="sng" dirty="0"/>
          </a:p>
          <a:p>
            <a:r>
              <a:rPr lang="he-IL" sz="1800" dirty="0"/>
              <a:t>התחל</a:t>
            </a:r>
          </a:p>
          <a:p>
            <a:r>
              <a:rPr lang="he-IL" sz="1800" b="1" dirty="0"/>
              <a:t>כל עוד </a:t>
            </a:r>
            <a:r>
              <a:rPr lang="he-IL" sz="1800" dirty="0"/>
              <a:t>הטיול הסתיים:</a:t>
            </a:r>
          </a:p>
          <a:p>
            <a:r>
              <a:rPr lang="he-IL" sz="1800" dirty="0"/>
              <a:t>צור סקר סיום טיול</a:t>
            </a:r>
          </a:p>
          <a:p>
            <a:r>
              <a:rPr lang="he-IL" sz="1800" dirty="0"/>
              <a:t>שלוף  מייל ולטלפון של משתתף ממאגר לקוח ולשלוח הסקר למילוי</a:t>
            </a:r>
          </a:p>
          <a:p>
            <a:r>
              <a:rPr lang="he-IL" sz="1800" dirty="0"/>
              <a:t>לשמור תוצאות /סיכום הסקר במאגר סקר</a:t>
            </a:r>
          </a:p>
          <a:p>
            <a:r>
              <a:rPr lang="he-IL" sz="1800" dirty="0"/>
              <a:t>סיום</a:t>
            </a:r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36F3E8F-8DD7-7BBC-1478-6EA825E51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677383" cy="4351338"/>
          </a:xfrm>
        </p:spPr>
        <p:txBody>
          <a:bodyPr>
            <a:noAutofit/>
          </a:bodyPr>
          <a:lstStyle/>
          <a:p>
            <a:r>
              <a:rPr lang="he-IL" sz="1800" b="1" u="sng" dirty="0"/>
              <a:t>תיאור תהליך: קביעת טיול-</a:t>
            </a:r>
            <a:r>
              <a:rPr lang="en-US" sz="1800" b="1" u="sng" dirty="0"/>
              <a:t>“DFD3.0”</a:t>
            </a:r>
            <a:endParaRPr lang="he-IL" sz="1800" b="1" u="sng" dirty="0"/>
          </a:p>
          <a:p>
            <a:r>
              <a:rPr lang="en-US" sz="1800" b="1" u="sng" dirty="0"/>
              <a:t> </a:t>
            </a:r>
            <a:r>
              <a:rPr lang="he-IL" sz="1800" dirty="0"/>
              <a:t>התחל</a:t>
            </a:r>
          </a:p>
          <a:p>
            <a:r>
              <a:rPr lang="he-IL" sz="1800" dirty="0"/>
              <a:t>קלוט פרטים ראשונים לגבי טיול</a:t>
            </a:r>
          </a:p>
          <a:p>
            <a:r>
              <a:rPr lang="he-IL" sz="1800" dirty="0"/>
              <a:t>עדכן פרטי טיול</a:t>
            </a:r>
          </a:p>
          <a:p>
            <a:r>
              <a:rPr lang="he-IL" sz="1800" dirty="0"/>
              <a:t>שלוף פרטי סטטוס טיול ממאגר סטטוס טיול</a:t>
            </a:r>
          </a:p>
          <a:p>
            <a:r>
              <a:rPr lang="he-IL" sz="1800" b="1" dirty="0"/>
              <a:t>כל עוד  </a:t>
            </a:r>
            <a:r>
              <a:rPr lang="he-IL" sz="1800" dirty="0"/>
              <a:t>סטטוס טיול "סגור":</a:t>
            </a:r>
          </a:p>
          <a:p>
            <a:r>
              <a:rPr lang="he-IL" sz="1800" dirty="0"/>
              <a:t>   הטיול איננו זמין</a:t>
            </a:r>
          </a:p>
          <a:p>
            <a:r>
              <a:rPr lang="he-IL" sz="1800" dirty="0"/>
              <a:t>לשמור במאגר סטטוס טיול</a:t>
            </a:r>
          </a:p>
          <a:p>
            <a:r>
              <a:rPr lang="he-IL" sz="1800" dirty="0"/>
              <a:t>סיום </a:t>
            </a:r>
          </a:p>
          <a:p>
            <a:endParaRPr lang="he-IL" sz="1800" dirty="0"/>
          </a:p>
          <a:p>
            <a:endParaRPr lang="en-US" sz="1800" dirty="0"/>
          </a:p>
          <a:p>
            <a:endParaRPr lang="he-IL" sz="1800" dirty="0"/>
          </a:p>
          <a:p>
            <a:endParaRPr lang="he-IL" sz="1800" dirty="0"/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AC8D841B-729C-4878-A61F-4DF630B03495}"/>
              </a:ext>
            </a:extLst>
          </p:cNvPr>
          <p:cNvSpPr txBox="1">
            <a:spLocks/>
          </p:cNvSpPr>
          <p:nvPr/>
        </p:nvSpPr>
        <p:spPr>
          <a:xfrm>
            <a:off x="2899263" y="356333"/>
            <a:ext cx="34597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6000" b="1"/>
              <a:t>מסמכי </a:t>
            </a:r>
            <a:r>
              <a:rPr lang="en-US" sz="6000" b="1"/>
              <a:t>DFD</a:t>
            </a:r>
            <a:endParaRPr lang="he-IL" sz="600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FA4C3295-19A4-446D-B955-5ECE7D933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-17585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0FDA7E48-CF64-49AD-A34D-304D339BF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142BF595-BA11-4F1C-A893-FAC29BC5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E0F1BA0-24A8-46B6-A9AD-6B41F95FB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6023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48D5191-8C57-49EC-4CFB-048F62566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1682" y="2005013"/>
            <a:ext cx="7214851" cy="4351338"/>
          </a:xfrm>
        </p:spPr>
        <p:txBody>
          <a:bodyPr>
            <a:normAutofit/>
          </a:bodyPr>
          <a:lstStyle/>
          <a:p>
            <a:r>
              <a:rPr lang="he-IL" sz="1500" b="1" u="sng" dirty="0"/>
              <a:t>תיאור תהליך : קביעת מס מדריכים- </a:t>
            </a:r>
            <a:r>
              <a:rPr lang="en-US" sz="1500" b="1" u="sng" dirty="0"/>
              <a:t>“DFD5.0 ”</a:t>
            </a:r>
            <a:endParaRPr lang="he-IL" sz="1500" b="1" u="sng" dirty="0"/>
          </a:p>
          <a:p>
            <a:r>
              <a:rPr lang="he-IL" sz="1500" dirty="0"/>
              <a:t>התחל</a:t>
            </a:r>
          </a:p>
          <a:p>
            <a:r>
              <a:rPr lang="he-IL" sz="1500" dirty="0"/>
              <a:t>קלוט פרטי מדריכים</a:t>
            </a:r>
            <a:endParaRPr lang="en-US" sz="1500" dirty="0"/>
          </a:p>
          <a:p>
            <a:r>
              <a:rPr lang="he-IL" sz="1500" b="1" dirty="0"/>
              <a:t>אם</a:t>
            </a:r>
            <a:r>
              <a:rPr lang="he-IL" sz="1500" dirty="0"/>
              <a:t> מספר מדריכים מוגבל לטיול:</a:t>
            </a:r>
          </a:p>
          <a:p>
            <a:r>
              <a:rPr lang="he-IL" sz="1500" dirty="0"/>
              <a:t>שמור פרטי מדריכים במאגר מדריך</a:t>
            </a:r>
          </a:p>
          <a:p>
            <a:r>
              <a:rPr lang="he-IL" sz="1500" dirty="0"/>
              <a:t>סיום</a:t>
            </a:r>
          </a:p>
          <a:p>
            <a:endParaRPr lang="he-IL" sz="1500" dirty="0"/>
          </a:p>
          <a:p>
            <a:endParaRPr lang="he-IL" sz="1500" dirty="0"/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C6926DEE-B524-4684-878A-DB820FB7ADC3}"/>
              </a:ext>
            </a:extLst>
          </p:cNvPr>
          <p:cNvSpPr txBox="1">
            <a:spLocks/>
          </p:cNvSpPr>
          <p:nvPr/>
        </p:nvSpPr>
        <p:spPr>
          <a:xfrm>
            <a:off x="2899263" y="356333"/>
            <a:ext cx="34597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6000" b="1"/>
              <a:t>מסמכי </a:t>
            </a:r>
            <a:r>
              <a:rPr lang="en-US" sz="6000" b="1"/>
              <a:t>DFD</a:t>
            </a:r>
            <a:endParaRPr lang="he-IL" sz="600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C393CFE7-418A-4B55-A9BD-C61E48680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ECDA0C70-EEC5-42BA-96A0-A936E4B64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ABEAFA8B-07BE-4342-A430-25855C016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14BAE7AE-36D1-429F-9174-9ACD6533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8752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763C880-1022-3FEB-06B9-FD95765AA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1682" y="1825625"/>
            <a:ext cx="3423167" cy="4351338"/>
          </a:xfrm>
        </p:spPr>
        <p:txBody>
          <a:bodyPr>
            <a:normAutofit fontScale="92500" lnSpcReduction="10000"/>
          </a:bodyPr>
          <a:lstStyle/>
          <a:p>
            <a:r>
              <a:rPr lang="he-IL" sz="2100" b="1" u="sng" dirty="0"/>
              <a:t>תיאור תהליך : דו"ח טיולים למדריך -</a:t>
            </a:r>
            <a:r>
              <a:rPr lang="en-US" sz="2100" b="1" u="sng" dirty="0"/>
              <a:t>“DFD6.2 ” </a:t>
            </a:r>
            <a:endParaRPr lang="he-IL" sz="2100" b="1" u="sng" dirty="0"/>
          </a:p>
          <a:p>
            <a:r>
              <a:rPr lang="he-IL" sz="2100" dirty="0"/>
              <a:t>התחל</a:t>
            </a:r>
          </a:p>
          <a:p>
            <a:r>
              <a:rPr lang="he-IL" dirty="0"/>
              <a:t>שלוף פרטי מדריך ממאגר מדריך</a:t>
            </a:r>
          </a:p>
          <a:p>
            <a:r>
              <a:rPr lang="he-IL" dirty="0"/>
              <a:t>חשב סה"כ מספר טיולים פר מדריך</a:t>
            </a:r>
          </a:p>
          <a:p>
            <a:r>
              <a:rPr lang="he-IL" dirty="0"/>
              <a:t>חשב שביעות רצון ממוצעת ממדריך</a:t>
            </a:r>
          </a:p>
          <a:p>
            <a:r>
              <a:rPr lang="he-IL" dirty="0"/>
              <a:t>הדפס</a:t>
            </a:r>
          </a:p>
          <a:p>
            <a:r>
              <a:rPr lang="he-IL" dirty="0"/>
              <a:t>סיום</a:t>
            </a:r>
          </a:p>
          <a:p>
            <a:endParaRPr lang="he-IL" sz="2100" dirty="0"/>
          </a:p>
          <a:p>
            <a:endParaRPr lang="he-IL" dirty="0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4AFF0D1-D967-16B1-A797-22E60CCC0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677383" cy="4351338"/>
          </a:xfrm>
        </p:spPr>
        <p:txBody>
          <a:bodyPr>
            <a:normAutofit fontScale="92500" lnSpcReduction="10000"/>
          </a:bodyPr>
          <a:lstStyle/>
          <a:p>
            <a:r>
              <a:rPr lang="he-IL" sz="2100" b="1" u="sng" dirty="0"/>
              <a:t>תיאור תהליך : דו"ח טיולים שנתי-</a:t>
            </a:r>
            <a:r>
              <a:rPr lang="en-US" sz="2100" b="1" u="sng" dirty="0"/>
              <a:t>“DFD6.1 ” </a:t>
            </a:r>
            <a:endParaRPr lang="he-IL" sz="2100" b="1" u="sng" dirty="0"/>
          </a:p>
          <a:p>
            <a:r>
              <a:rPr lang="he-IL" sz="2100" dirty="0"/>
              <a:t>התחל </a:t>
            </a:r>
          </a:p>
          <a:p>
            <a:r>
              <a:rPr lang="he-IL" dirty="0"/>
              <a:t>שלוף פרטי טיול ממאגר סטטוס טיול</a:t>
            </a:r>
          </a:p>
          <a:p>
            <a:r>
              <a:rPr lang="he-IL" sz="2100" dirty="0"/>
              <a:t>שלוף פרטי מדריך ממאגר מדריך</a:t>
            </a:r>
          </a:p>
          <a:p>
            <a:r>
              <a:rPr lang="he-IL" dirty="0"/>
              <a:t>סה"כ ימי טיול </a:t>
            </a:r>
          </a:p>
          <a:p>
            <a:r>
              <a:rPr lang="he-IL" sz="2100" dirty="0"/>
              <a:t>חשב מספר משתתפים</a:t>
            </a:r>
          </a:p>
          <a:p>
            <a:r>
              <a:rPr lang="he-IL" dirty="0"/>
              <a:t>הדפס /הצג טיולים שנתי </a:t>
            </a:r>
          </a:p>
          <a:p>
            <a:r>
              <a:rPr lang="he-IL" sz="2100" dirty="0"/>
              <a:t>סיום </a:t>
            </a:r>
          </a:p>
          <a:p>
            <a:endParaRPr lang="he-IL" sz="2100" dirty="0"/>
          </a:p>
          <a:p>
            <a:endParaRPr lang="he-IL" sz="2100" dirty="0"/>
          </a:p>
          <a:p>
            <a:endParaRPr lang="he-IL" dirty="0"/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55BF0755-9242-4BA9-AB33-8C774D5446CB}"/>
              </a:ext>
            </a:extLst>
          </p:cNvPr>
          <p:cNvSpPr txBox="1">
            <a:spLocks/>
          </p:cNvSpPr>
          <p:nvPr/>
        </p:nvSpPr>
        <p:spPr>
          <a:xfrm>
            <a:off x="2899263" y="356333"/>
            <a:ext cx="34597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6000" b="1"/>
              <a:t>מסמכי </a:t>
            </a:r>
            <a:r>
              <a:rPr lang="en-US" sz="6000" b="1"/>
              <a:t>DFD</a:t>
            </a:r>
            <a:endParaRPr lang="he-IL" sz="600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B7E25A51-EEF3-4049-B9C3-26B48F8D8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-17584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678AEC49-9CBC-46E8-A228-9F4DEC8A3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BAB08163-FDAE-4C9F-89B6-2354324A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B979951-ECF7-4402-8107-7061E53A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429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8ACEB6-5385-5ABA-0888-D1EA7405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263" y="356333"/>
            <a:ext cx="3459773" cy="1325563"/>
          </a:xfrm>
        </p:spPr>
        <p:txBody>
          <a:bodyPr>
            <a:normAutofit/>
          </a:bodyPr>
          <a:lstStyle/>
          <a:p>
            <a:r>
              <a:rPr lang="he-IL" sz="6000" b="1" dirty="0"/>
              <a:t>מסמכי </a:t>
            </a:r>
            <a:r>
              <a:rPr lang="en-US" sz="6000" b="1" dirty="0"/>
              <a:t>DFD</a:t>
            </a:r>
            <a:endParaRPr lang="he-IL" sz="60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D03A26-6937-3172-0FA1-11BED8E05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1682" y="1825624"/>
            <a:ext cx="3423168" cy="3889375"/>
          </a:xfrm>
        </p:spPr>
        <p:txBody>
          <a:bodyPr>
            <a:normAutofit fontScale="77500" lnSpcReduction="20000"/>
          </a:bodyPr>
          <a:lstStyle/>
          <a:p>
            <a:r>
              <a:rPr lang="he-IL" sz="2100" b="1" u="sng" dirty="0"/>
              <a:t>תיאור תהליך : דו"ח הכנסות  -</a:t>
            </a:r>
            <a:r>
              <a:rPr lang="en-US" sz="2100" b="1" u="sng" dirty="0"/>
              <a:t>“DFD6.4 ” </a:t>
            </a:r>
            <a:endParaRPr lang="he-IL" sz="2100" b="1" u="sng" dirty="0"/>
          </a:p>
          <a:p>
            <a:r>
              <a:rPr lang="he-IL" sz="2100" dirty="0"/>
              <a:t>התחל </a:t>
            </a:r>
          </a:p>
          <a:p>
            <a:r>
              <a:rPr lang="he-IL" dirty="0"/>
              <a:t>שלוף פרטי לקוחות ממאגר לקוחות</a:t>
            </a:r>
          </a:p>
          <a:p>
            <a:r>
              <a:rPr lang="he-IL" sz="2100" dirty="0"/>
              <a:t>שלוף פרטי טיול  ממאגר סטטוס טיול</a:t>
            </a:r>
          </a:p>
          <a:p>
            <a:r>
              <a:rPr lang="he-IL" dirty="0"/>
              <a:t>חשב סה"כ ימי טיול</a:t>
            </a:r>
          </a:p>
          <a:p>
            <a:r>
              <a:rPr lang="he-IL" sz="2100" dirty="0"/>
              <a:t>חשב סה"כ מספר המשתתפים בטיול </a:t>
            </a:r>
          </a:p>
          <a:p>
            <a:r>
              <a:rPr lang="he-IL" sz="2100" dirty="0"/>
              <a:t>חשב סה"כ הכנסה לטיול </a:t>
            </a:r>
          </a:p>
          <a:p>
            <a:r>
              <a:rPr lang="he-IL" sz="2100" dirty="0"/>
              <a:t>חשב שורת סיכום : סה"כ הכנסה לטיול על טיולים שתאריך יציאה שלהם היה באותו החודש</a:t>
            </a:r>
          </a:p>
          <a:p>
            <a:r>
              <a:rPr lang="he-IL" sz="2100" dirty="0"/>
              <a:t>הדפס </a:t>
            </a:r>
          </a:p>
          <a:p>
            <a:r>
              <a:rPr lang="he-IL" sz="2100" dirty="0"/>
              <a:t>סיום </a:t>
            </a:r>
          </a:p>
          <a:p>
            <a:endParaRPr lang="he-IL" sz="2100" dirty="0"/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24D282E-D1EE-E434-A232-767E9086B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8159" y="1825625"/>
            <a:ext cx="3677383" cy="3889374"/>
          </a:xfrm>
        </p:spPr>
        <p:txBody>
          <a:bodyPr>
            <a:normAutofit fontScale="77500" lnSpcReduction="20000"/>
          </a:bodyPr>
          <a:lstStyle/>
          <a:p>
            <a:r>
              <a:rPr lang="he-IL" sz="2100" b="1" u="sng" dirty="0"/>
              <a:t>תיאור תהליך : דו"ח שביעות רצון-</a:t>
            </a:r>
            <a:r>
              <a:rPr lang="en-US" sz="2100" b="1" u="sng" dirty="0"/>
              <a:t>“DFD6.3 ” </a:t>
            </a:r>
            <a:endParaRPr lang="he-IL" sz="2100" b="1" u="sng" dirty="0"/>
          </a:p>
          <a:p>
            <a:r>
              <a:rPr lang="he-IL" sz="2100" dirty="0"/>
              <a:t>התחל </a:t>
            </a:r>
          </a:p>
          <a:p>
            <a:r>
              <a:rPr lang="he-IL" dirty="0"/>
              <a:t>שלוף פרטי טיול ממאגר סטטוס טיול</a:t>
            </a:r>
          </a:p>
          <a:p>
            <a:r>
              <a:rPr lang="he-IL" sz="2100" dirty="0"/>
              <a:t>שלוף פרטי סקר ממאגר סקר</a:t>
            </a:r>
          </a:p>
          <a:p>
            <a:r>
              <a:rPr lang="he-IL" dirty="0"/>
              <a:t> חשב מספר משיבים על סקר</a:t>
            </a:r>
          </a:p>
          <a:p>
            <a:r>
              <a:rPr lang="he-IL" sz="2100" dirty="0"/>
              <a:t>חשב אחוז המשבים מס</a:t>
            </a:r>
            <a:r>
              <a:rPr lang="he-IL" dirty="0"/>
              <a:t>ה"כ מספר משתתפים בטיול</a:t>
            </a:r>
          </a:p>
          <a:p>
            <a:r>
              <a:rPr lang="he-IL" sz="2100" dirty="0"/>
              <a:t>חשב שביעות רצון ממוצעת פר קריטריון</a:t>
            </a:r>
          </a:p>
          <a:p>
            <a:r>
              <a:rPr lang="he-IL" sz="2100" dirty="0"/>
              <a:t>הדפס</a:t>
            </a:r>
          </a:p>
          <a:p>
            <a:r>
              <a:rPr lang="he-IL" sz="2100" dirty="0"/>
              <a:t>סיום </a:t>
            </a:r>
            <a:endParaRPr lang="he-IL" dirty="0"/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FC5D007-B636-4B17-87B4-2452BF187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5EFB1F41-091D-4451-9D8C-9DE691286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D989264-899D-400F-9BD8-8BEDAB2B8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91825D2-859A-4F7D-B901-EE4CF95B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9301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8CD47F8-96EA-4C96-A1BA-5C284995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4BD9EC3-BB53-4DC3-B993-2F8AD213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26</a:t>
            </a:fld>
            <a:endParaRPr lang="he-IL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079FD05-D350-4CA6-9B5E-3DD72FAAC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2085" y="668764"/>
            <a:ext cx="6152662" cy="306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ts val="1500"/>
              </a:lnSpc>
              <a:spcBef>
                <a:spcPct val="50000"/>
              </a:spcBef>
            </a:pPr>
            <a:r>
              <a:rPr lang="he-IL" sz="2400" b="1" u="sng" dirty="0"/>
              <a:t>תרשים  </a:t>
            </a:r>
            <a:r>
              <a:rPr lang="en-US" sz="2400" b="1" u="sng" dirty="0"/>
              <a:t> - Use Case</a:t>
            </a:r>
            <a:r>
              <a:rPr lang="he-IL" sz="2400" b="1" u="sng" dirty="0"/>
              <a:t>מצב מוצע</a:t>
            </a:r>
            <a:endParaRPr lang="en-US" sz="2400" b="1" u="sng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20BEEF0-3E66-4E03-8790-78AE349B6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7AF11018-7ABD-4034-A09D-86DFBEA9E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pic>
        <p:nvPicPr>
          <p:cNvPr id="15" name="מציין מיקום תוכן 14">
            <a:extLst>
              <a:ext uri="{FF2B5EF4-FFF2-40B4-BE49-F238E27FC236}">
                <a16:creationId xmlns:a16="http://schemas.microsoft.com/office/drawing/2014/main" id="{ECD1DC67-A7A7-4F67-8B5E-00326A10D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83" y="1274885"/>
            <a:ext cx="7214850" cy="4902078"/>
          </a:xfrm>
        </p:spPr>
      </p:pic>
    </p:spTree>
    <p:extLst>
      <p:ext uri="{BB962C8B-B14F-4D97-AF65-F5344CB8AC3E}">
        <p14:creationId xmlns:p14="http://schemas.microsoft.com/office/powerpoint/2010/main" val="2610610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CCC298-58BB-45A0-BBDA-4CA6CFC5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350" y="446764"/>
            <a:ext cx="3829050" cy="726282"/>
          </a:xfrm>
        </p:spPr>
        <p:txBody>
          <a:bodyPr>
            <a:normAutofit fontScale="90000"/>
          </a:bodyPr>
          <a:lstStyle/>
          <a:p>
            <a:pPr algn="ctr"/>
            <a:r>
              <a:rPr lang="he-IL" sz="5000" b="1" dirty="0"/>
              <a:t>מסמכי </a:t>
            </a:r>
            <a:r>
              <a:rPr lang="en-US" sz="5000" b="1" dirty="0"/>
              <a:t>Use Case</a:t>
            </a:r>
            <a:endParaRPr lang="he-IL" sz="5000" b="1" dirty="0"/>
          </a:p>
        </p:txBody>
      </p:sp>
      <p:graphicFrame>
        <p:nvGraphicFramePr>
          <p:cNvPr id="9" name="מציין מיקום תוכן 8">
            <a:extLst>
              <a:ext uri="{FF2B5EF4-FFF2-40B4-BE49-F238E27FC236}">
                <a16:creationId xmlns:a16="http://schemas.microsoft.com/office/drawing/2014/main" id="{D620F70E-4C4A-4881-ABAA-5179BEA212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67171"/>
              </p:ext>
            </p:extLst>
          </p:nvPr>
        </p:nvGraphicFramePr>
        <p:xfrm>
          <a:off x="4984140" y="1173046"/>
          <a:ext cx="3322394" cy="466344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322394">
                  <a:extLst>
                    <a:ext uri="{9D8B030D-6E8A-4147-A177-3AD203B41FA5}">
                      <a16:colId xmlns:a16="http://schemas.microsoft.com/office/drawing/2014/main" val="825139990"/>
                    </a:ext>
                  </a:extLst>
                </a:gridCol>
              </a:tblGrid>
              <a:tr h="557833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שם: </a:t>
                      </a:r>
                      <a:r>
                        <a:rPr lang="he-IL" b="0" dirty="0"/>
                        <a:t>ניהול טיולים ולקוחות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06330"/>
                  </a:ext>
                </a:extLst>
              </a:tr>
              <a:tr h="624080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שחקנים: </a:t>
                      </a:r>
                      <a:r>
                        <a:rPr lang="he-IL" b="0" dirty="0"/>
                        <a:t>מארגנת טיולים</a:t>
                      </a:r>
                      <a:r>
                        <a:rPr lang="en-US" b="0" dirty="0"/>
                        <a:t>,</a:t>
                      </a:r>
                      <a:r>
                        <a:rPr lang="ar-SA" b="0" dirty="0"/>
                        <a:t> </a:t>
                      </a:r>
                      <a:r>
                        <a:rPr lang="he-IL" b="0" dirty="0"/>
                        <a:t>מתאמת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0604"/>
                  </a:ext>
                </a:extLst>
              </a:tr>
              <a:tr h="87038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טריגר: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16900"/>
                  </a:ext>
                </a:extLst>
              </a:tr>
              <a:tr h="87038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תנאים מקדימים: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06111"/>
                  </a:ext>
                </a:extLst>
              </a:tr>
              <a:tr h="87038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תיאור תסריט ראשי:</a:t>
                      </a:r>
                    </a:p>
                    <a:p>
                      <a:pPr marL="285750" indent="-285750" rtl="1">
                        <a:buFont typeface="Wingdings" panose="05000000000000000000" pitchFamily="2" charset="2"/>
                        <a:buChar char="v"/>
                      </a:pPr>
                      <a:r>
                        <a:rPr lang="he-IL" b="1" dirty="0"/>
                        <a:t>המארגנת ומתאמת רוצות </a:t>
                      </a:r>
                      <a:endParaRPr lang="he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019932"/>
                  </a:ext>
                </a:extLst>
              </a:tr>
              <a:tr h="87038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 סיום: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22639"/>
                  </a:ext>
                </a:extLst>
              </a:tr>
            </a:tbl>
          </a:graphicData>
        </a:graphic>
      </p:graphicFrame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5F054EE-DDA2-4D80-8B73-5D849FBD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9094731-1CE4-4225-94C9-DE5B7AD7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27</a:t>
            </a:fld>
            <a:endParaRPr lang="he-IL"/>
          </a:p>
        </p:txBody>
      </p:sp>
      <p:graphicFrame>
        <p:nvGraphicFramePr>
          <p:cNvPr id="10" name="מציין מיקום תוכן 8">
            <a:extLst>
              <a:ext uri="{FF2B5EF4-FFF2-40B4-BE49-F238E27FC236}">
                <a16:creationId xmlns:a16="http://schemas.microsoft.com/office/drawing/2014/main" id="{49F0687C-5FC3-4CA6-A2D4-089AEBBAC9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917355"/>
              </p:ext>
            </p:extLst>
          </p:nvPr>
        </p:nvGraphicFramePr>
        <p:xfrm>
          <a:off x="1091681" y="1177896"/>
          <a:ext cx="3559449" cy="51511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9449">
                  <a:extLst>
                    <a:ext uri="{9D8B030D-6E8A-4147-A177-3AD203B41FA5}">
                      <a16:colId xmlns:a16="http://schemas.microsoft.com/office/drawing/2014/main" val="825139990"/>
                    </a:ext>
                  </a:extLst>
                </a:gridCol>
              </a:tblGrid>
              <a:tr h="23121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שם: </a:t>
                      </a:r>
                      <a:r>
                        <a:rPr lang="he-IL" b="0" dirty="0"/>
                        <a:t>הפקת דוחות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06330"/>
                  </a:ext>
                </a:extLst>
              </a:tr>
              <a:tr h="315190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שחקנים: </a:t>
                      </a:r>
                      <a:r>
                        <a:rPr lang="he-IL" b="0" dirty="0"/>
                        <a:t>מארגנת טיולים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90449"/>
                  </a:ext>
                </a:extLst>
              </a:tr>
              <a:tr h="57069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טריגר: </a:t>
                      </a:r>
                      <a:r>
                        <a:rPr lang="he-IL" sz="1600" b="0" dirty="0"/>
                        <a:t>מארגנת טיולים רוצה להפיק דוחות : דוח טיולים שנתי</a:t>
                      </a:r>
                      <a:r>
                        <a:rPr lang="en-US" sz="1600" b="0" dirty="0"/>
                        <a:t>,</a:t>
                      </a:r>
                      <a:r>
                        <a:rPr lang="ar-SA" sz="1600" b="0" dirty="0"/>
                        <a:t> </a:t>
                      </a:r>
                      <a:r>
                        <a:rPr lang="he-IL" sz="1600" b="0" dirty="0"/>
                        <a:t>דוח טיולים למדריך</a:t>
                      </a:r>
                      <a:r>
                        <a:rPr lang="en-US" sz="1600" b="0" dirty="0"/>
                        <a:t>,</a:t>
                      </a:r>
                      <a:r>
                        <a:rPr lang="he-IL" sz="1600" b="0" dirty="0"/>
                        <a:t> דוח שביעות רצון</a:t>
                      </a:r>
                      <a:r>
                        <a:rPr lang="en-US" sz="1600" b="0" dirty="0"/>
                        <a:t>,</a:t>
                      </a:r>
                      <a:r>
                        <a:rPr lang="he-IL" sz="1600" b="0" dirty="0"/>
                        <a:t> דוח הכנסות.</a:t>
                      </a:r>
                      <a:endParaRPr lang="he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0604"/>
                  </a:ext>
                </a:extLst>
              </a:tr>
              <a:tr h="40118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תנאים מקדימים: </a:t>
                      </a:r>
                      <a:r>
                        <a:rPr lang="he-IL" sz="1600" b="0" dirty="0"/>
                        <a:t>פרטי הטיולים רשומים במערכת</a:t>
                      </a:r>
                      <a:r>
                        <a:rPr lang="en-US" sz="1600" b="0" dirty="0"/>
                        <a:t>,</a:t>
                      </a:r>
                      <a:r>
                        <a:rPr lang="he-IL" sz="1600" b="0" dirty="0"/>
                        <a:t> פרטי המדריכים רשומים</a:t>
                      </a:r>
                      <a:r>
                        <a:rPr lang="en-US" sz="1600" b="0" dirty="0"/>
                        <a:t>,</a:t>
                      </a:r>
                      <a:r>
                        <a:rPr lang="ar-SA" sz="1600" b="0" dirty="0"/>
                        <a:t> </a:t>
                      </a:r>
                      <a:r>
                        <a:rPr lang="he-IL" sz="1600" b="0" dirty="0"/>
                        <a:t>כאשר הטיול נגמר </a:t>
                      </a:r>
                      <a:endParaRPr lang="he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16900"/>
                  </a:ext>
                </a:extLst>
              </a:tr>
              <a:tr h="449833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תיאור תסריט ראשי:</a:t>
                      </a:r>
                    </a:p>
                    <a:p>
                      <a:pPr marL="285750" indent="-285750" rtl="1">
                        <a:buFont typeface="Wingdings" panose="05000000000000000000" pitchFamily="2" charset="2"/>
                        <a:buChar char="v"/>
                      </a:pPr>
                      <a:r>
                        <a:rPr lang="he-IL" sz="1600" b="0" dirty="0"/>
                        <a:t>המארגנת רוצה להפיק דוחות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600" b="0" dirty="0"/>
                        <a:t>תכנס למערכת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600" b="0" dirty="0"/>
                        <a:t>לוחצת על "הפקת דוח"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sz="1600" b="0" dirty="0"/>
                        <a:t>יוצא לה אפשרות שלוש אפשריות ולוחצת על אחד מהם(דוח טיולים שנתי</a:t>
                      </a:r>
                      <a:r>
                        <a:rPr lang="en-US" sz="1600" b="0" dirty="0"/>
                        <a:t>,</a:t>
                      </a:r>
                      <a:r>
                        <a:rPr lang="ar-SA" sz="1600" b="0" dirty="0"/>
                        <a:t> </a:t>
                      </a:r>
                      <a:r>
                        <a:rPr lang="he-IL" sz="1600" b="0" dirty="0"/>
                        <a:t>דוח טיולים למדריך</a:t>
                      </a:r>
                      <a:r>
                        <a:rPr lang="en-US" sz="1600" b="0" dirty="0"/>
                        <a:t>,</a:t>
                      </a:r>
                      <a:r>
                        <a:rPr lang="he-IL" sz="1600" b="0" dirty="0"/>
                        <a:t> דוח שביעות רצון</a:t>
                      </a:r>
                      <a:r>
                        <a:rPr lang="en-US" sz="1600" b="0" dirty="0"/>
                        <a:t>,</a:t>
                      </a:r>
                      <a:r>
                        <a:rPr lang="he-IL" sz="1600" b="0" dirty="0"/>
                        <a:t> דוח הכנסות</a:t>
                      </a:r>
                      <a:r>
                        <a:rPr lang="he-IL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06111"/>
                  </a:ext>
                </a:extLst>
              </a:tr>
              <a:tr h="353926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 סיום:</a:t>
                      </a:r>
                      <a:r>
                        <a:rPr lang="he-IL" b="0" dirty="0"/>
                        <a:t> </a:t>
                      </a:r>
                      <a:r>
                        <a:rPr lang="he-IL" sz="1600" b="0" dirty="0"/>
                        <a:t>יהיה בדוח כל הנתונים המבוקשים </a:t>
                      </a:r>
                      <a:endParaRPr lang="he-I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854753"/>
                  </a:ext>
                </a:extLst>
              </a:tr>
            </a:tbl>
          </a:graphicData>
        </a:graphic>
      </p:graphicFrame>
      <p:pic>
        <p:nvPicPr>
          <p:cNvPr id="11" name="תמונה 10">
            <a:extLst>
              <a:ext uri="{FF2B5EF4-FFF2-40B4-BE49-F238E27FC236}">
                <a16:creationId xmlns:a16="http://schemas.microsoft.com/office/drawing/2014/main" id="{0FEF0B49-AD69-48C7-8541-72098C797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0"/>
            <a:ext cx="837467" cy="726281"/>
          </a:xfrm>
          <a:prstGeom prst="rect">
            <a:avLst/>
          </a:prstGeom>
        </p:spPr>
      </p:pic>
      <p:pic>
        <p:nvPicPr>
          <p:cNvPr id="12" name="מציין מיקום תוכן 4">
            <a:extLst>
              <a:ext uri="{FF2B5EF4-FFF2-40B4-BE49-F238E27FC236}">
                <a16:creationId xmlns:a16="http://schemas.microsoft.com/office/drawing/2014/main" id="{75F49BBB-7A6E-46B4-B0B2-AEA11CA19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62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D19F8D0-BDEE-49EA-87F8-45C4B7E7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FCA46B3-D860-440B-BF7C-7A38C4A8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28</a:t>
            </a:fld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2DD4D40D-DBE6-46D1-A2D2-29C9BACF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548" y="493767"/>
            <a:ext cx="3741127" cy="726282"/>
          </a:xfrm>
        </p:spPr>
        <p:txBody>
          <a:bodyPr>
            <a:normAutofit fontScale="90000"/>
          </a:bodyPr>
          <a:lstStyle/>
          <a:p>
            <a:pPr algn="ctr"/>
            <a:r>
              <a:rPr lang="he-IL" sz="5000" b="1" dirty="0"/>
              <a:t>מסמכי </a:t>
            </a:r>
            <a:r>
              <a:rPr lang="en-US" sz="5000" b="1" dirty="0"/>
              <a:t>Use Case</a:t>
            </a:r>
            <a:endParaRPr lang="he-IL" sz="5000" b="1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C38FF542-B3F1-4186-BF98-E271388EB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4"/>
            <a:ext cx="837467" cy="726281"/>
          </a:xfrm>
          <a:prstGeom prst="rect">
            <a:avLst/>
          </a:prstGeom>
        </p:spPr>
      </p:pic>
      <p:graphicFrame>
        <p:nvGraphicFramePr>
          <p:cNvPr id="8" name="מציין מיקום תוכן 8">
            <a:extLst>
              <a:ext uri="{FF2B5EF4-FFF2-40B4-BE49-F238E27FC236}">
                <a16:creationId xmlns:a16="http://schemas.microsoft.com/office/drawing/2014/main" id="{C8ADEED1-BB9E-450C-B63D-15B27C7CFA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877682"/>
              </p:ext>
            </p:extLst>
          </p:nvPr>
        </p:nvGraphicFramePr>
        <p:xfrm>
          <a:off x="4774224" y="1330288"/>
          <a:ext cx="3532310" cy="46634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32310">
                  <a:extLst>
                    <a:ext uri="{9D8B030D-6E8A-4147-A177-3AD203B41FA5}">
                      <a16:colId xmlns:a16="http://schemas.microsoft.com/office/drawing/2014/main" val="825139990"/>
                    </a:ext>
                  </a:extLst>
                </a:gridCol>
              </a:tblGrid>
              <a:tr h="359563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שם: </a:t>
                      </a:r>
                      <a:r>
                        <a:rPr lang="he-IL" b="0" dirty="0"/>
                        <a:t>הזנת פרטי הלקוחות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06330"/>
                  </a:ext>
                </a:extLst>
              </a:tr>
              <a:tr h="359563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שחקנים: </a:t>
                      </a:r>
                      <a:r>
                        <a:rPr lang="he-IL" b="0" dirty="0"/>
                        <a:t>מארגנת טיולים</a:t>
                      </a:r>
                      <a:endParaRPr lang="he-I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0604"/>
                  </a:ext>
                </a:extLst>
              </a:tr>
              <a:tr h="898908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טריגר: </a:t>
                      </a:r>
                      <a:r>
                        <a:rPr lang="he-IL" b="0" dirty="0"/>
                        <a:t>הלקוחות ייצרו קשר עם מארגנת טיולים  והיא תקליד ידנית את פרטים שלהם למערכת.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16900"/>
                  </a:ext>
                </a:extLst>
              </a:tr>
              <a:tr h="629236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תנאים מקדימים: </a:t>
                      </a:r>
                      <a:r>
                        <a:rPr lang="he-IL" b="0" dirty="0"/>
                        <a:t>אם לא רשומים במערכת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06111"/>
                  </a:ext>
                </a:extLst>
              </a:tr>
              <a:tr h="1977598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תיאור תסריט ראשי:</a:t>
                      </a:r>
                    </a:p>
                    <a:p>
                      <a:pPr marL="285750" indent="-285750" rtl="1">
                        <a:buFont typeface="Wingdings" panose="05000000000000000000" pitchFamily="2" charset="2"/>
                        <a:buChar char="v"/>
                      </a:pPr>
                      <a:r>
                        <a:rPr lang="he-IL" b="0" dirty="0"/>
                        <a:t>המארגנת רוצה לזין את פרטי הלקוחות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נכנסת למערכת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מתחילה להזין הפרטים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ומשאירה בסטטוס בצורה התחלתית עד שיש עדכונים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019932"/>
                  </a:ext>
                </a:extLst>
              </a:tr>
              <a:tr h="356414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 סיום: </a:t>
                      </a:r>
                      <a:r>
                        <a:rPr lang="he-IL" b="0" dirty="0"/>
                        <a:t>שמירת הפרטים שלו</a:t>
                      </a:r>
                      <a:endParaRPr lang="he-I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22639"/>
                  </a:ext>
                </a:extLst>
              </a:tr>
            </a:tbl>
          </a:graphicData>
        </a:graphic>
      </p:graphicFrame>
      <p:graphicFrame>
        <p:nvGraphicFramePr>
          <p:cNvPr id="9" name="מציין מיקום תוכן 8">
            <a:extLst>
              <a:ext uri="{FF2B5EF4-FFF2-40B4-BE49-F238E27FC236}">
                <a16:creationId xmlns:a16="http://schemas.microsoft.com/office/drawing/2014/main" id="{141CFA5C-FB72-4A7C-A0D7-343CA9FCF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6234431"/>
              </p:ext>
            </p:extLst>
          </p:nvPr>
        </p:nvGraphicFramePr>
        <p:xfrm>
          <a:off x="1091682" y="1322828"/>
          <a:ext cx="3349901" cy="46709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349901">
                  <a:extLst>
                    <a:ext uri="{9D8B030D-6E8A-4147-A177-3AD203B41FA5}">
                      <a16:colId xmlns:a16="http://schemas.microsoft.com/office/drawing/2014/main" val="825139990"/>
                    </a:ext>
                  </a:extLst>
                </a:gridCol>
              </a:tblGrid>
              <a:tr h="37322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שם: </a:t>
                      </a:r>
                      <a:r>
                        <a:rPr lang="he-IL" b="0" dirty="0"/>
                        <a:t>בניית ועדכון סקר שביעת רצון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0633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שחקנים: </a:t>
                      </a:r>
                      <a:r>
                        <a:rPr lang="he-IL" b="0" dirty="0"/>
                        <a:t>מארגנת טיולים</a:t>
                      </a:r>
                      <a:endParaRPr lang="he-I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0604"/>
                  </a:ext>
                </a:extLst>
              </a:tr>
              <a:tr h="57069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טריגר: </a:t>
                      </a:r>
                      <a:r>
                        <a:rPr lang="he-IL" b="0" dirty="0"/>
                        <a:t>המארגנת מעוניינת להיות מסוגלת לבנות</a:t>
                      </a:r>
                      <a:r>
                        <a:rPr lang="en-US" b="0" dirty="0"/>
                        <a:t>/</a:t>
                      </a:r>
                      <a:r>
                        <a:rPr lang="he-IL" b="0" dirty="0"/>
                        <a:t> לעדכן את שאלות הסקר לפני שישופץ ללקוחות.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16900"/>
                  </a:ext>
                </a:extLst>
              </a:tr>
              <a:tr h="334915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תנאים מקדימים: </a:t>
                      </a:r>
                      <a:r>
                        <a:rPr lang="he-IL" b="0" dirty="0"/>
                        <a:t>פרטי טיול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06111"/>
                  </a:ext>
                </a:extLst>
              </a:tr>
              <a:tr h="465184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תיאור תסריט ראשי:</a:t>
                      </a:r>
                    </a:p>
                    <a:p>
                      <a:pPr marL="285750" indent="-285750" rtl="1">
                        <a:buFont typeface="Wingdings" panose="05000000000000000000" pitchFamily="2" charset="2"/>
                        <a:buChar char="v"/>
                      </a:pPr>
                      <a:r>
                        <a:rPr lang="he-IL" b="0" dirty="0"/>
                        <a:t>המארגנת רוצה לבנות</a:t>
                      </a:r>
                      <a:r>
                        <a:rPr lang="en-US" b="0" dirty="0"/>
                        <a:t>/</a:t>
                      </a:r>
                      <a:r>
                        <a:rPr lang="he-IL" b="0" dirty="0"/>
                        <a:t> לעדכן שאלות הסקר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נכנסת למערכת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מתחילה לכתוב</a:t>
                      </a:r>
                      <a:r>
                        <a:rPr lang="en-US" b="0" dirty="0"/>
                        <a:t>/</a:t>
                      </a:r>
                      <a:r>
                        <a:rPr lang="he-IL" b="0" dirty="0"/>
                        <a:t> לעדכן שאלות לגבי כל טיול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ומפיצה אותו ללקוחות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019932"/>
                  </a:ext>
                </a:extLst>
              </a:tr>
              <a:tr h="57069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 סיום: </a:t>
                      </a:r>
                      <a:r>
                        <a:rPr lang="he-IL" b="0" dirty="0"/>
                        <a:t>שאחרי שהיא מסיימת הסקר יושלח כקישור ללקוחות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22639"/>
                  </a:ext>
                </a:extLst>
              </a:tr>
            </a:tbl>
          </a:graphicData>
        </a:graphic>
      </p:graphicFrame>
      <p:pic>
        <p:nvPicPr>
          <p:cNvPr id="11" name="מציין מיקום תוכן 4">
            <a:extLst>
              <a:ext uri="{FF2B5EF4-FFF2-40B4-BE49-F238E27FC236}">
                <a16:creationId xmlns:a16="http://schemas.microsoft.com/office/drawing/2014/main" id="{9CB574C4-985B-491F-8A4A-2BD363A4B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90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493EEF0-A994-4042-9075-C7EE7BD8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4132336-4946-47F7-A5E8-C9FD06AD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29</a:t>
            </a:fld>
            <a:endParaRPr lang="he-IL"/>
          </a:p>
        </p:txBody>
      </p:sp>
      <p:sp>
        <p:nvSpPr>
          <p:cNvPr id="10" name="כותרת 1">
            <a:extLst>
              <a:ext uri="{FF2B5EF4-FFF2-40B4-BE49-F238E27FC236}">
                <a16:creationId xmlns:a16="http://schemas.microsoft.com/office/drawing/2014/main" id="{981F7DB8-3E2E-4171-9BF4-224C91AD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431" y="377346"/>
            <a:ext cx="3741127" cy="726281"/>
          </a:xfrm>
        </p:spPr>
        <p:txBody>
          <a:bodyPr>
            <a:normAutofit fontScale="90000"/>
          </a:bodyPr>
          <a:lstStyle/>
          <a:p>
            <a:pPr algn="ctr"/>
            <a:r>
              <a:rPr lang="he-IL" sz="5000" b="1" dirty="0"/>
              <a:t>מסמכי </a:t>
            </a:r>
            <a:r>
              <a:rPr lang="en-US" sz="5000" b="1" dirty="0"/>
              <a:t>Use Case</a:t>
            </a:r>
            <a:endParaRPr lang="he-IL" sz="5000" b="1" dirty="0"/>
          </a:p>
        </p:txBody>
      </p:sp>
      <p:graphicFrame>
        <p:nvGraphicFramePr>
          <p:cNvPr id="11" name="מציין מיקום תוכן 8">
            <a:extLst>
              <a:ext uri="{FF2B5EF4-FFF2-40B4-BE49-F238E27FC236}">
                <a16:creationId xmlns:a16="http://schemas.microsoft.com/office/drawing/2014/main" id="{943574ED-BBF6-4A60-A427-584635B30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477532"/>
              </p:ext>
            </p:extLst>
          </p:nvPr>
        </p:nvGraphicFramePr>
        <p:xfrm>
          <a:off x="4984140" y="1160066"/>
          <a:ext cx="3322394" cy="489775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322394">
                  <a:extLst>
                    <a:ext uri="{9D8B030D-6E8A-4147-A177-3AD203B41FA5}">
                      <a16:colId xmlns:a16="http://schemas.microsoft.com/office/drawing/2014/main" val="825139990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שם: </a:t>
                      </a:r>
                      <a:r>
                        <a:rPr lang="he-IL" b="0" dirty="0"/>
                        <a:t>מילוי משוב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0633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שחקנים: </a:t>
                      </a:r>
                      <a:r>
                        <a:rPr lang="he-IL" b="0" dirty="0"/>
                        <a:t>לקוח</a:t>
                      </a:r>
                      <a:endParaRPr lang="he-I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0604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טריגר: </a:t>
                      </a:r>
                      <a:r>
                        <a:rPr lang="he-IL" b="0" dirty="0"/>
                        <a:t>בתום הטיול הלקוח מקבל  קישור לסקר שביעת רצון והוא ממלא.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169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תנאים מקדימים: </a:t>
                      </a:r>
                      <a:r>
                        <a:rPr lang="he-IL" b="0" dirty="0"/>
                        <a:t>סיום הטיול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06111"/>
                  </a:ext>
                </a:extLst>
              </a:tr>
              <a:tr h="1845945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תיאור תסריט ראשי: </a:t>
                      </a: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he-IL" b="0" dirty="0"/>
                        <a:t>המארגנת רוצה לדעת דעת הלקוח לגבי הטיול</a:t>
                      </a: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b="0" dirty="0"/>
                        <a:t>נשלח הקישור של הסקר ללקוח</a:t>
                      </a: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b="0" dirty="0"/>
                        <a:t>הלקוח לוחץ על הקישור </a:t>
                      </a: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b="0" dirty="0"/>
                        <a:t>מתחיל למלא הסקר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01993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 סיום: </a:t>
                      </a:r>
                      <a:r>
                        <a:rPr lang="he-IL" b="0" dirty="0"/>
                        <a:t>אם הלקוח הסתיים למלא בהצלחה</a:t>
                      </a:r>
                      <a:r>
                        <a:rPr lang="en-US" b="0" dirty="0"/>
                        <a:t>,</a:t>
                      </a:r>
                      <a:r>
                        <a:rPr lang="ar-SA" b="0" dirty="0"/>
                        <a:t> </a:t>
                      </a:r>
                      <a:r>
                        <a:rPr lang="he-IL" b="0" dirty="0"/>
                        <a:t>התוצאות יופיעו במערכת למארגנת כדי לראות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22639"/>
                  </a:ext>
                </a:extLst>
              </a:tr>
            </a:tbl>
          </a:graphicData>
        </a:graphic>
      </p:graphicFrame>
      <p:graphicFrame>
        <p:nvGraphicFramePr>
          <p:cNvPr id="12" name="מציין מיקום תוכן 8">
            <a:extLst>
              <a:ext uri="{FF2B5EF4-FFF2-40B4-BE49-F238E27FC236}">
                <a16:creationId xmlns:a16="http://schemas.microsoft.com/office/drawing/2014/main" id="{30C04A58-34C6-4E6E-A243-F8C686F70B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6087108"/>
              </p:ext>
            </p:extLst>
          </p:nvPr>
        </p:nvGraphicFramePr>
        <p:xfrm>
          <a:off x="1091682" y="1160067"/>
          <a:ext cx="3258312" cy="49377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258312">
                  <a:extLst>
                    <a:ext uri="{9D8B030D-6E8A-4147-A177-3AD203B41FA5}">
                      <a16:colId xmlns:a16="http://schemas.microsoft.com/office/drawing/2014/main" val="825139990"/>
                    </a:ext>
                  </a:extLst>
                </a:gridCol>
              </a:tblGrid>
              <a:tr h="344245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שם: עדכון סטטוס</a:t>
                      </a:r>
                      <a:endParaRPr lang="he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06330"/>
                  </a:ext>
                </a:extLst>
              </a:tr>
              <a:tr h="344245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שחקנים: </a:t>
                      </a:r>
                      <a:r>
                        <a:rPr lang="he-IL" b="0" dirty="0"/>
                        <a:t>מארגנת טיולים</a:t>
                      </a:r>
                      <a:endParaRPr lang="he-I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0604"/>
                  </a:ext>
                </a:extLst>
              </a:tr>
              <a:tr h="1118795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טריגר: </a:t>
                      </a:r>
                      <a:r>
                        <a:rPr lang="he-IL" b="0" dirty="0"/>
                        <a:t>המארגנת יכולה לעדכן סטטוס של טיול (פתוח</a:t>
                      </a:r>
                      <a:r>
                        <a:rPr lang="en-US" b="0" dirty="0"/>
                        <a:t>/</a:t>
                      </a:r>
                      <a:r>
                        <a:rPr lang="ar-SA" b="0" dirty="0"/>
                        <a:t> </a:t>
                      </a:r>
                      <a:r>
                        <a:rPr lang="he-IL" b="0" dirty="0"/>
                        <a:t>בוצע</a:t>
                      </a:r>
                      <a:r>
                        <a:rPr lang="en-US" b="0" dirty="0"/>
                        <a:t>/</a:t>
                      </a:r>
                      <a:r>
                        <a:rPr lang="he-IL" b="0" dirty="0"/>
                        <a:t> בתהליך</a:t>
                      </a:r>
                      <a:r>
                        <a:rPr lang="en-US" b="0" dirty="0"/>
                        <a:t>/</a:t>
                      </a:r>
                      <a:r>
                        <a:rPr lang="he-IL" b="0" dirty="0"/>
                        <a:t> בוטל</a:t>
                      </a:r>
                      <a:r>
                        <a:rPr lang="en-US" b="0" dirty="0"/>
                        <a:t>/</a:t>
                      </a:r>
                      <a:r>
                        <a:rPr lang="he-IL" b="0" dirty="0"/>
                        <a:t> ללא סטטוס) וסטטוס של לקוח(סופי</a:t>
                      </a:r>
                      <a:r>
                        <a:rPr lang="en-US" b="0" dirty="0"/>
                        <a:t>/</a:t>
                      </a:r>
                      <a:r>
                        <a:rPr lang="he-IL" b="0" dirty="0"/>
                        <a:t> בוטל</a:t>
                      </a:r>
                      <a:r>
                        <a:rPr lang="en-US" b="0" dirty="0"/>
                        <a:t>/</a:t>
                      </a:r>
                      <a:r>
                        <a:rPr lang="he-IL" b="0" dirty="0"/>
                        <a:t> ללא סטטוס) במערכת.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116900"/>
                  </a:ext>
                </a:extLst>
              </a:tr>
              <a:tr h="602428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תנאים מקדימים: </a:t>
                      </a:r>
                      <a:r>
                        <a:rPr lang="he-IL" b="0" dirty="0"/>
                        <a:t>פרטי טיולים ולקוחות יהיו רשומים במערכת.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06111"/>
                  </a:ext>
                </a:extLst>
              </a:tr>
              <a:tr h="1118795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תיאור תסריט ראשי:</a:t>
                      </a:r>
                    </a:p>
                    <a:p>
                      <a:pPr marL="285750" indent="-285750" rtl="1">
                        <a:buFont typeface="Wingdings" panose="05000000000000000000" pitchFamily="2" charset="2"/>
                        <a:buChar char="v"/>
                      </a:pPr>
                      <a:r>
                        <a:rPr lang="he-IL" b="0" dirty="0"/>
                        <a:t>המארגנת רוצה לעדכן סטטוס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נכנסת לסטטוס לקוח ומעדכנת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נכנסת לסטטוס טיול ומעדכנת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019932"/>
                  </a:ext>
                </a:extLst>
              </a:tr>
              <a:tr h="860612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תנאי סיום: 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שהטיול מסתיים</a:t>
                      </a:r>
                    </a:p>
                    <a:p>
                      <a:pPr marL="285750" indent="-285750" rtl="1">
                        <a:buFont typeface="Arial" panose="020B0604020202020204" pitchFamily="34" charset="0"/>
                        <a:buChar char="•"/>
                      </a:pPr>
                      <a:r>
                        <a:rPr lang="he-IL" b="0" dirty="0"/>
                        <a:t>שהלקוח רוצה להשתתף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22639"/>
                  </a:ext>
                </a:extLst>
              </a:tr>
            </a:tbl>
          </a:graphicData>
        </a:graphic>
      </p:graphicFrame>
      <p:pic>
        <p:nvPicPr>
          <p:cNvPr id="13" name="תמונה 12">
            <a:extLst>
              <a:ext uri="{FF2B5EF4-FFF2-40B4-BE49-F238E27FC236}">
                <a16:creationId xmlns:a16="http://schemas.microsoft.com/office/drawing/2014/main" id="{9FFC3D8E-E1DF-477E-9B0A-F666F6296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4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D90F0BAE-CBF8-4973-85D6-BA5DFDAC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8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5658B05-B93F-4FEE-A28C-8CA4AFDC8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84099A0-86A0-45FF-B512-7BECCF78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30</a:t>
            </a:fld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277538ED-1110-403B-A912-1D123E06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34" y="23433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he-IL" sz="6000" b="1" dirty="0"/>
              <a:t>שלב העיצוב</a:t>
            </a:r>
          </a:p>
        </p:txBody>
      </p:sp>
    </p:spTree>
    <p:extLst>
      <p:ext uri="{BB962C8B-B14F-4D97-AF65-F5344CB8AC3E}">
        <p14:creationId xmlns:p14="http://schemas.microsoft.com/office/powerpoint/2010/main" val="3020266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64CB22-C909-4EA1-9ACF-7FF5B8A5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עיצוב-טבלאות בסיס הנתונים</a:t>
            </a:r>
          </a:p>
        </p:txBody>
      </p:sp>
      <p:sp>
        <p:nvSpPr>
          <p:cNvPr id="9" name="מציין מיקום טקסט 8">
            <a:extLst>
              <a:ext uri="{FF2B5EF4-FFF2-40B4-BE49-F238E27FC236}">
                <a16:creationId xmlns:a16="http://schemas.microsoft.com/office/drawing/2014/main" id="{3E5D49DA-0196-7630-E60B-25C870B06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טבלת מדריכים:</a:t>
            </a:r>
          </a:p>
        </p:txBody>
      </p:sp>
      <p:pic>
        <p:nvPicPr>
          <p:cNvPr id="7" name="מציין מיקום תוכן 4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6151AFA9-4AEB-BE4F-733A-E0530A5FC1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41" y="2786743"/>
            <a:ext cx="3511730" cy="2755221"/>
          </a:xfrm>
        </p:spPr>
      </p:pic>
      <p:sp>
        <p:nvSpPr>
          <p:cNvPr id="10" name="מציין מיקום טקסט 9">
            <a:extLst>
              <a:ext uri="{FF2B5EF4-FFF2-40B4-BE49-F238E27FC236}">
                <a16:creationId xmlns:a16="http://schemas.microsoft.com/office/drawing/2014/main" id="{1D691CE1-47B5-8A58-6D16-E76FBE4E1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טבלת בתי מלון: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8A9A5BF-CB60-4311-9E4A-5BBB7CBA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B8A6DA7-FE45-498F-A6C0-2D2DDB93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31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AE63D59F-7EA8-43A2-AF88-5D4A84592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8" name="מציין מיקום תוכן 4">
            <a:extLst>
              <a:ext uri="{FF2B5EF4-FFF2-40B4-BE49-F238E27FC236}">
                <a16:creationId xmlns:a16="http://schemas.microsoft.com/office/drawing/2014/main" id="{01CCF7AE-52C4-4F1A-A7E2-DD47DF399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pic>
        <p:nvPicPr>
          <p:cNvPr id="14" name="מציין מיקום תוכן 4" descr="תמונה שמכילה טקסט, צילום מסך, מספר, גופן&#10;&#10;התיאור נוצר באופן אוטומטי">
            <a:extLst>
              <a:ext uri="{FF2B5EF4-FFF2-40B4-BE49-F238E27FC236}">
                <a16:creationId xmlns:a16="http://schemas.microsoft.com/office/drawing/2014/main" id="{13F7417C-5181-606C-9E78-1843813E4B3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478" y="2643586"/>
            <a:ext cx="3537132" cy="2898378"/>
          </a:xfrm>
        </p:spPr>
      </p:pic>
    </p:spTree>
    <p:extLst>
      <p:ext uri="{BB962C8B-B14F-4D97-AF65-F5344CB8AC3E}">
        <p14:creationId xmlns:p14="http://schemas.microsoft.com/office/powerpoint/2010/main" val="2293956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1">
            <a:extLst>
              <a:ext uri="{FF2B5EF4-FFF2-40B4-BE49-F238E27FC236}">
                <a16:creationId xmlns:a16="http://schemas.microsoft.com/office/drawing/2014/main" id="{2D614765-DB04-4DBE-BF1D-FE1F1133A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dirty="0"/>
              <a:t>שלב עיצוב-טבלאות בסיס הנתונים</a:t>
            </a:r>
          </a:p>
        </p:txBody>
      </p:sp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B0E448DB-228B-CC68-18CF-A29F18169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טבלת מגבלות:</a:t>
            </a:r>
          </a:p>
        </p:txBody>
      </p:sp>
      <p:sp>
        <p:nvSpPr>
          <p:cNvPr id="10" name="מציין מיקום טקסט 9">
            <a:extLst>
              <a:ext uri="{FF2B5EF4-FFF2-40B4-BE49-F238E27FC236}">
                <a16:creationId xmlns:a16="http://schemas.microsoft.com/office/drawing/2014/main" id="{BFBB688C-6A1C-5188-5704-6B64F847F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טבלת חברות הסעות: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77937AD-BAE8-4673-BCE2-B05704A9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5D0C772-680B-4818-99B0-E9AEAE69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32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97ECE0B-5999-4D40-BA6B-10760595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45520A6D-6726-4D3C-A4BC-A263BC237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pic>
        <p:nvPicPr>
          <p:cNvPr id="12" name="מציין מיקום תוכן 4" descr="תמונה שמכילה טקסט, צילום מסך, מספר, גופן&#10;&#10;התיאור נוצר באופן אוטומטי">
            <a:extLst>
              <a:ext uri="{FF2B5EF4-FFF2-40B4-BE49-F238E27FC236}">
                <a16:creationId xmlns:a16="http://schemas.microsoft.com/office/drawing/2014/main" id="{B33E19E4-DAF6-6E93-C067-50A8A537C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154" y="2797629"/>
            <a:ext cx="3517004" cy="3015342"/>
          </a:xfrm>
          <a:prstGeom prst="rect">
            <a:avLst/>
          </a:prstGeom>
        </p:spPr>
      </p:pic>
      <p:pic>
        <p:nvPicPr>
          <p:cNvPr id="13" name="מציין מיקום תוכן 4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1E17CC5E-A5CA-501B-8E1B-A3C1000BAC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0" y="2797628"/>
            <a:ext cx="3537132" cy="301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89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1">
            <a:extLst>
              <a:ext uri="{FF2B5EF4-FFF2-40B4-BE49-F238E27FC236}">
                <a16:creationId xmlns:a16="http://schemas.microsoft.com/office/drawing/2014/main" id="{D39C8DBF-2B8D-4E71-9B8D-FDC5BEC2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dirty="0"/>
              <a:t>שלב עיצוב-טבלאות בסיס הנתונים</a:t>
            </a:r>
          </a:p>
        </p:txBody>
      </p:sp>
      <p:sp>
        <p:nvSpPr>
          <p:cNvPr id="10" name="מציין מיקום טקסט 9">
            <a:extLst>
              <a:ext uri="{FF2B5EF4-FFF2-40B4-BE49-F238E27FC236}">
                <a16:creationId xmlns:a16="http://schemas.microsoft.com/office/drawing/2014/main" id="{085E6350-9EE8-CCAD-0471-55DF0D4A5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טבלת לקוחות:</a:t>
            </a:r>
          </a:p>
        </p:txBody>
      </p:sp>
      <p:sp>
        <p:nvSpPr>
          <p:cNvPr id="12" name="מציין מיקום טקסט 11">
            <a:extLst>
              <a:ext uri="{FF2B5EF4-FFF2-40B4-BE49-F238E27FC236}">
                <a16:creationId xmlns:a16="http://schemas.microsoft.com/office/drawing/2014/main" id="{871CB090-A554-4528-EA50-2E94F59A8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טבלת טיולים: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2EBC3AE-2530-41F8-96B3-11A20669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45D2D28-B68C-481A-9EE3-8152B201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33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62E2169-8F91-4D04-A6EB-F16088939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E97B2940-FC07-43B0-A4A3-9D543D4FD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pic>
        <p:nvPicPr>
          <p:cNvPr id="14" name="מציין מיקום תוכן 4" descr="תמונה שמכילה טקסט, צילום מסך, מספר, גופן&#10;&#10;התיאור נוצר באופן אוטומטי">
            <a:extLst>
              <a:ext uri="{FF2B5EF4-FFF2-40B4-BE49-F238E27FC236}">
                <a16:creationId xmlns:a16="http://schemas.microsoft.com/office/drawing/2014/main" id="{75E6F8D4-5155-25D0-FC7D-92678DC41B7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401" y="2612975"/>
            <a:ext cx="3537132" cy="2006703"/>
          </a:xfrm>
        </p:spPr>
      </p:pic>
      <p:pic>
        <p:nvPicPr>
          <p:cNvPr id="15" name="תמונה 14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DD0ECA9E-0394-4555-3160-5D3E5ACA31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629" y="4624358"/>
            <a:ext cx="3524431" cy="1104957"/>
          </a:xfrm>
          <a:prstGeom prst="rect">
            <a:avLst/>
          </a:prstGeom>
        </p:spPr>
      </p:pic>
      <p:pic>
        <p:nvPicPr>
          <p:cNvPr id="16" name="מציין מיקום תוכן 4" descr="תמונה שמכילה טקסט, צילום מסך, מספר, גופן&#10;&#10;התיאור נוצר באופן אוטומטי">
            <a:extLst>
              <a:ext uri="{FF2B5EF4-FFF2-40B4-BE49-F238E27FC236}">
                <a16:creationId xmlns:a16="http://schemas.microsoft.com/office/drawing/2014/main" id="{BCFDCC98-189F-BA97-4E4A-DA54B274C4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96" y="2708229"/>
            <a:ext cx="3549832" cy="1816193"/>
          </a:xfrm>
        </p:spPr>
      </p:pic>
      <p:pic>
        <p:nvPicPr>
          <p:cNvPr id="17" name="תמונה 16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419FC3A2-F29A-11DC-057F-17B4B99491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69" y="4524422"/>
            <a:ext cx="3549832" cy="76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32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1">
            <a:extLst>
              <a:ext uri="{FF2B5EF4-FFF2-40B4-BE49-F238E27FC236}">
                <a16:creationId xmlns:a16="http://schemas.microsoft.com/office/drawing/2014/main" id="{4CCC9184-39E4-4D6F-86B5-5AD0CD89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עיצוב-טבלאות בסיס הנתונים</a:t>
            </a:r>
          </a:p>
        </p:txBody>
      </p:sp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D19A3501-9432-47E9-D345-A959173E3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טבלאות :</a:t>
            </a:r>
          </a:p>
        </p:txBody>
      </p:sp>
      <p:sp>
        <p:nvSpPr>
          <p:cNvPr id="10" name="מציין מיקום טקסט 9">
            <a:extLst>
              <a:ext uri="{FF2B5EF4-FFF2-40B4-BE49-F238E27FC236}">
                <a16:creationId xmlns:a16="http://schemas.microsoft.com/office/drawing/2014/main" id="{2B516261-64E4-F499-BCCC-60BA7865B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טבלת מסעדות: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9161C4D-9EEF-4CED-A61A-E120D2FB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881779E-E0EF-4DF4-A515-D60501D1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34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9F503A30-FD33-4794-A8B5-482337980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E4CC2DCD-AD77-4C0B-86C0-7A367E076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pic>
        <p:nvPicPr>
          <p:cNvPr id="12" name="מציין מיקום תוכן 8" descr="תמונה שמכילה טקסט, צילום מסך, מספר, גופן&#10;&#10;התיאור נוצר באופן אוטומטי">
            <a:extLst>
              <a:ext uri="{FF2B5EF4-FFF2-40B4-BE49-F238E27FC236}">
                <a16:creationId xmlns:a16="http://schemas.microsoft.com/office/drawing/2014/main" id="{AE1928AB-3C85-DC15-0F26-FEE512F695C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828" y="2895600"/>
            <a:ext cx="3524431" cy="2286837"/>
          </a:xfrm>
        </p:spPr>
      </p:pic>
      <p:pic>
        <p:nvPicPr>
          <p:cNvPr id="24" name="מציין מיקום תוכן 23" descr="תמונה שמכילה טקסט, צילום מסך, מספר, גופן&#10;&#10;התיאור נוצר באופן אוטומטי">
            <a:extLst>
              <a:ext uri="{FF2B5EF4-FFF2-40B4-BE49-F238E27FC236}">
                <a16:creationId xmlns:a16="http://schemas.microsoft.com/office/drawing/2014/main" id="{A41C9DAC-482A-87F7-26C1-2F71EEBEF2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83" y="2625403"/>
            <a:ext cx="3241490" cy="2753894"/>
          </a:xfrm>
        </p:spPr>
      </p:pic>
    </p:spTree>
    <p:extLst>
      <p:ext uri="{BB962C8B-B14F-4D97-AF65-F5344CB8AC3E}">
        <p14:creationId xmlns:p14="http://schemas.microsoft.com/office/powerpoint/2010/main" val="2171740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1">
            <a:extLst>
              <a:ext uri="{FF2B5EF4-FFF2-40B4-BE49-F238E27FC236}">
                <a16:creationId xmlns:a16="http://schemas.microsoft.com/office/drawing/2014/main" id="{2E070652-FBB6-4571-A9D4-7A13B009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88926"/>
            <a:ext cx="7886700" cy="1325563"/>
          </a:xfrm>
        </p:spPr>
        <p:txBody>
          <a:bodyPr/>
          <a:lstStyle/>
          <a:p>
            <a:pPr algn="r"/>
            <a:r>
              <a:rPr lang="he-IL" dirty="0"/>
              <a:t>שלב עיצוב-טבלאות בסיס הנתונים</a:t>
            </a:r>
          </a:p>
        </p:txBody>
      </p:sp>
      <p:pic>
        <p:nvPicPr>
          <p:cNvPr id="2" name="מציין מיקום תוכן 1" descr="תמונה שמכילה טקסט, תרשים, צילום מסך, קו&#10;&#10;התיאור נוצר באופן אוטומטי">
            <a:extLst>
              <a:ext uri="{FF2B5EF4-FFF2-40B4-BE49-F238E27FC236}">
                <a16:creationId xmlns:a16="http://schemas.microsoft.com/office/drawing/2014/main" id="{8CFC02AB-D2AD-9B07-0F9E-49A6B161EE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38" y="2155371"/>
            <a:ext cx="8017271" cy="4034292"/>
          </a:xfrm>
          <a:prstGeom prst="rect">
            <a:avLst/>
          </a:prstGeom>
        </p:spPr>
      </p:pic>
      <p:sp>
        <p:nvSpPr>
          <p:cNvPr id="10" name="מציין מיקום טקסט 9">
            <a:extLst>
              <a:ext uri="{FF2B5EF4-FFF2-40B4-BE49-F238E27FC236}">
                <a16:creationId xmlns:a16="http://schemas.microsoft.com/office/drawing/2014/main" id="{062651AC-8E53-047A-84C0-5EDF02E36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1682" y="1408922"/>
            <a:ext cx="7424859" cy="448455"/>
          </a:xfrm>
        </p:spPr>
        <p:txBody>
          <a:bodyPr/>
          <a:lstStyle/>
          <a:p>
            <a:pPr algn="ctr"/>
            <a:r>
              <a:rPr lang="he-IL" dirty="0"/>
              <a:t>קשרי גומלין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A0EC03E-46A0-4D4D-A98A-F5E7ACA7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AF024CB-3E2F-4AB0-BA7E-D9B4C63F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35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ADA18D3F-BD58-4FD3-B42C-75279392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D2CF435D-CDE9-4B84-A6E6-D0DBC5E81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17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1">
            <a:extLst>
              <a:ext uri="{FF2B5EF4-FFF2-40B4-BE49-F238E27FC236}">
                <a16:creationId xmlns:a16="http://schemas.microsoft.com/office/drawing/2014/main" id="{A44D4162-58CC-4415-A84C-408CB6ED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</a:t>
            </a:r>
          </a:p>
        </p:txBody>
      </p:sp>
      <p:pic>
        <p:nvPicPr>
          <p:cNvPr id="14" name="מציין מיקום תוכן 13" descr="תמונה שמכילה טקסט, צילום מסך, תוכנה, תצוגה&#10;&#10;התיאור נוצר באופן אוטומטי">
            <a:extLst>
              <a:ext uri="{FF2B5EF4-FFF2-40B4-BE49-F238E27FC236}">
                <a16:creationId xmlns:a16="http://schemas.microsoft.com/office/drawing/2014/main" id="{403BBAF5-11BC-D1F5-B353-36C4BA9BB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05001"/>
            <a:ext cx="7886700" cy="4016828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9B37975-F7E9-4891-AA2E-89B4D31A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00D3902-5655-471A-95D9-8AFFB1D6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36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40D250D1-6C22-4573-BB11-4F6097DA3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39982548-BEF1-4794-A9A1-125C856B7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82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26E6BDC-900B-433A-AC19-A7BAACB2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61B7AC5-5603-48C0-ABD4-76A9AD2E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37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DCBF570-D1C3-4503-B6EC-BBE9E9CBD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sp>
        <p:nvSpPr>
          <p:cNvPr id="7" name="כותרת 1">
            <a:extLst>
              <a:ext uri="{FF2B5EF4-FFF2-40B4-BE49-F238E27FC236}">
                <a16:creationId xmlns:a16="http://schemas.microsoft.com/office/drawing/2014/main" id="{5B570877-8FE2-4F20-8B3B-4899D5CFF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28266"/>
            <a:ext cx="7886700" cy="962423"/>
          </a:xfrm>
        </p:spPr>
        <p:txBody>
          <a:bodyPr/>
          <a:lstStyle/>
          <a:p>
            <a:pPr algn="ctr"/>
            <a:r>
              <a:rPr lang="he-IL" dirty="0"/>
              <a:t>שלב עיצוב-מסכים</a:t>
            </a:r>
          </a:p>
        </p:txBody>
      </p:sp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480BE92F-BFF6-42C0-ADCF-32C4A5374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pic>
        <p:nvPicPr>
          <p:cNvPr id="17" name="מציין מיקום תוכן 16" descr="תמונה שמכילה טקסט, צילום מסך, תוכנה, תצוגה&#10;&#10;התיאור נוצר באופן אוטומטי">
            <a:extLst>
              <a:ext uri="{FF2B5EF4-FFF2-40B4-BE49-F238E27FC236}">
                <a16:creationId xmlns:a16="http://schemas.microsoft.com/office/drawing/2014/main" id="{332E5248-D689-6F03-6713-43280B48F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41" y="1814197"/>
            <a:ext cx="7886700" cy="3984172"/>
          </a:xfrm>
        </p:spPr>
      </p:pic>
    </p:spTree>
    <p:extLst>
      <p:ext uri="{BB962C8B-B14F-4D97-AF65-F5344CB8AC3E}">
        <p14:creationId xmlns:p14="http://schemas.microsoft.com/office/powerpoint/2010/main" val="3617975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מציין מיקום תוכן 7" descr="תמונה שמכילה טקסט, צילום מסך, מספר, גופן&#10;&#10;התיאור נוצר באופן אוטומטי">
            <a:extLst>
              <a:ext uri="{FF2B5EF4-FFF2-40B4-BE49-F238E27FC236}">
                <a16:creationId xmlns:a16="http://schemas.microsoft.com/office/drawing/2014/main" id="{8B1D9B79-173A-306A-F3B3-05BD929BA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72344"/>
            <a:ext cx="7886700" cy="4169228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9EDF70B-2E62-44C5-8FD4-09C39CA7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7A7B3D5-4C65-4C00-A0B2-4E67778C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38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C980CB1-7653-413D-9974-7B5B5ACA3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-76200"/>
            <a:ext cx="837467" cy="726281"/>
          </a:xfrm>
          <a:prstGeom prst="rect">
            <a:avLst/>
          </a:prstGeom>
        </p:spPr>
      </p:pic>
      <p:sp>
        <p:nvSpPr>
          <p:cNvPr id="7" name="כותרת 1">
            <a:extLst>
              <a:ext uri="{FF2B5EF4-FFF2-40B4-BE49-F238E27FC236}">
                <a16:creationId xmlns:a16="http://schemas.microsoft.com/office/drawing/2014/main" id="{E2D85AA5-749D-410D-9B2D-D9BB3F14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28266"/>
            <a:ext cx="7886700" cy="962423"/>
          </a:xfrm>
        </p:spPr>
        <p:txBody>
          <a:bodyPr/>
          <a:lstStyle/>
          <a:p>
            <a:pPr algn="ctr"/>
            <a:r>
              <a:rPr lang="he-IL" dirty="0"/>
              <a:t>שלב עיצוב-מסכים</a:t>
            </a:r>
          </a:p>
        </p:txBody>
      </p:sp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95175B3F-BCB2-4CF5-BA82-BB41866B6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0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09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56F86E-4A86-7F78-523B-698B686D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</a:t>
            </a:r>
          </a:p>
        </p:txBody>
      </p:sp>
      <p:pic>
        <p:nvPicPr>
          <p:cNvPr id="9" name="מציין מיקום תוכן 8" descr="תמונה שמכילה טקסט, צילום מסך, תצוגה, תוכנה&#10;&#10;התיאור נוצר באופן אוטומטי">
            <a:extLst>
              <a:ext uri="{FF2B5EF4-FFF2-40B4-BE49-F238E27FC236}">
                <a16:creationId xmlns:a16="http://schemas.microsoft.com/office/drawing/2014/main" id="{84E66EC7-2D2F-8A22-FCBD-B9D17CD40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85258"/>
            <a:ext cx="7886700" cy="4046042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22E6EB7-3783-536C-FAE5-9DD7436A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E53E99C-2A62-90BB-CD2C-F047C473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39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EEA7FD52-57CF-3BED-08EB-A8B49BD30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70" y="0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58CDD127-C134-4328-07B5-1AF4FD2FF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897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6E5CBE-4E31-7D5E-0240-3FC888935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A4EB061-08AD-1E50-28FF-5B52F180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B3CBD5C-7FD1-6841-629C-A16694A4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40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127B7D6-1CD9-5FEF-7EFE-39B763CBD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570" y="0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2969A743-816F-EA63-F287-7C01CF754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3" y="-76200"/>
            <a:ext cx="1091682" cy="746449"/>
          </a:xfrm>
          <a:prstGeom prst="rect">
            <a:avLst/>
          </a:prstGeom>
        </p:spPr>
      </p:pic>
      <p:pic>
        <p:nvPicPr>
          <p:cNvPr id="13" name="מציין מיקום תוכן 12" descr="תמונה שמכילה טקסט, צילום מסך, תצוגה, תוכנה&#10;&#10;התיאור נוצר באופן אוטומטי">
            <a:extLst>
              <a:ext uri="{FF2B5EF4-FFF2-40B4-BE49-F238E27FC236}">
                <a16:creationId xmlns:a16="http://schemas.microsoft.com/office/drawing/2014/main" id="{33D72B16-F1D2-43F6-F0F4-68B4AAA1A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74371"/>
            <a:ext cx="7886700" cy="4169229"/>
          </a:xfrm>
        </p:spPr>
      </p:pic>
    </p:spTree>
    <p:extLst>
      <p:ext uri="{BB962C8B-B14F-4D97-AF65-F5344CB8AC3E}">
        <p14:creationId xmlns:p14="http://schemas.microsoft.com/office/powerpoint/2010/main" val="38243778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629FE-59C1-718B-EDB3-4EF319FC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</a:t>
            </a:r>
          </a:p>
        </p:txBody>
      </p:sp>
      <p:pic>
        <p:nvPicPr>
          <p:cNvPr id="9" name="מציין מיקום תוכן 8" descr="תמונה שמכילה טקסט, צילום מסך, תוכנה, תצוגה&#10;&#10;התיאור נוצר באופן אוטומטי">
            <a:extLst>
              <a:ext uri="{FF2B5EF4-FFF2-40B4-BE49-F238E27FC236}">
                <a16:creationId xmlns:a16="http://schemas.microsoft.com/office/drawing/2014/main" id="{80863B10-45CE-0BBE-D5E6-E1DCD20F7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77" y="1690689"/>
            <a:ext cx="7886700" cy="3913355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1D9E39B-6408-3790-A428-26BEB92B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674A9C6-AB0E-0628-BB5C-A83AB1ED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41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62B7E78B-6DAE-2BD6-F38A-A2C7E16EC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70" y="0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05997DD2-740F-C6CD-6981-E923258720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0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39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F01BA84-FB2C-F937-168C-5F1850E2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עיצוב-מסכים(טיולים)</a:t>
            </a:r>
          </a:p>
        </p:txBody>
      </p:sp>
      <p:pic>
        <p:nvPicPr>
          <p:cNvPr id="9" name="מציין מיקום תוכן 8" descr="תמונה שמכילה טקסט, צילום מסך, תוכנה, סמל מחשב&#10;&#10;התיאור נוצר באופן אוטומטי">
            <a:extLst>
              <a:ext uri="{FF2B5EF4-FFF2-40B4-BE49-F238E27FC236}">
                <a16:creationId xmlns:a16="http://schemas.microsoft.com/office/drawing/2014/main" id="{A31CAEEE-6B82-B5BD-DF62-D537EB045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17914"/>
            <a:ext cx="7886700" cy="3957106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572BA6D-5C15-A36A-8B73-5BCDD0C4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C6DB315-2C25-8C0E-7790-179D2B9A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42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1839C9B-72E3-88F4-D3C6-52133504A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-10886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EBFE22BA-914C-BCC0-CE6E-706BD6CC5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" y="-7620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919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3C5B99-6A86-9E5C-6D7D-1B7DACF9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עיצוב-מסכים(טיולים-המשך)</a:t>
            </a:r>
          </a:p>
        </p:txBody>
      </p:sp>
      <p:pic>
        <p:nvPicPr>
          <p:cNvPr id="9" name="מציין מיקום תוכן 8" descr="תמונה שמכילה טקסט, צילום מסך, קו, מספר&#10;&#10;התיאור נוצר באופן אוטומטי">
            <a:extLst>
              <a:ext uri="{FF2B5EF4-FFF2-40B4-BE49-F238E27FC236}">
                <a16:creationId xmlns:a16="http://schemas.microsoft.com/office/drawing/2014/main" id="{2F35220C-5E5D-7137-8DF9-A17F93C44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70" y="2431030"/>
            <a:ext cx="7502979" cy="3140528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A510850-6189-CA71-DC5B-A297016C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8E0F5E9-8B86-A75B-8582-AA0D4533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43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E6B9671-3550-E4DB-3215-C23A213ED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-10886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0F8219AC-6111-4065-44EE-800B8016A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" y="-15240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577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3A8619B-9DA9-DDB0-532B-72047545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עיצוב-מסכים(טיולים-המשך)</a:t>
            </a:r>
          </a:p>
        </p:txBody>
      </p:sp>
      <p:pic>
        <p:nvPicPr>
          <p:cNvPr id="9" name="מציין מיקום תוכן 8" descr="תמונה שמכילה טקסט, צילום מסך, מספר, קו&#10;&#10;התיאור נוצר באופן אוטומטי">
            <a:extLst>
              <a:ext uri="{FF2B5EF4-FFF2-40B4-BE49-F238E27FC236}">
                <a16:creationId xmlns:a16="http://schemas.microsoft.com/office/drawing/2014/main" id="{70CDB9B6-014F-6305-7246-2F0C04CD9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197933"/>
            <a:ext cx="7886700" cy="3606722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3AFB275-423D-05D1-AA75-F6BAC51E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79D50C0-B25B-9480-DC29-1CFD8C44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44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92D1628-F278-8299-C3E8-06401406D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-10886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0BC4BF32-9699-38B0-ED02-B97DCDFAA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" y="-15240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50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52BF31-1B73-43CC-69F2-090DED5C5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עיצוב-מסכים(דוחות)</a:t>
            </a:r>
          </a:p>
        </p:txBody>
      </p:sp>
      <p:pic>
        <p:nvPicPr>
          <p:cNvPr id="9" name="מציין מיקום תוכן 8" descr="תמונה שמכילה טקסט, צילום מסך, תוכנה, סמל מחשב&#10;&#10;התיאור נוצר באופן אוטומטי">
            <a:extLst>
              <a:ext uri="{FF2B5EF4-FFF2-40B4-BE49-F238E27FC236}">
                <a16:creationId xmlns:a16="http://schemas.microsoft.com/office/drawing/2014/main" id="{75CA3EB6-A6F4-A327-535B-AB4FE99A3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160021"/>
            <a:ext cx="7886700" cy="3816236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C473766-FF54-9D86-4139-EC9B85880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36062DB-891F-3C86-CED9-47D9760F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45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2460C4A-63F2-A590-B1ED-1A92B1D1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607" y="76102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DB280BD3-1CBD-2065-F19D-C93EC8A0D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1612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681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70437FE-399A-1B62-C676-8C85CA27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עיצוב-מסכים(דוחות)</a:t>
            </a:r>
          </a:p>
        </p:txBody>
      </p:sp>
      <p:pic>
        <p:nvPicPr>
          <p:cNvPr id="9" name="מציין מיקום תוכן 8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52013D1F-D5E2-F823-E6DF-23E092523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18925"/>
            <a:ext cx="7886700" cy="2564738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F4BE48B-3CAE-6C8E-4F24-337EF82C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1E844C4-CF69-F645-E269-49738B952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46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C41A9F7-1ADD-E788-5A12-5367C5EE0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607" y="-52628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6562E5D8-195F-ECD3-9E54-6EAB9D91E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60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96EC87-74FE-C9A6-425F-33A0EC1E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עיצוב-מסכים(דוחות)</a:t>
            </a:r>
          </a:p>
        </p:txBody>
      </p:sp>
      <p:pic>
        <p:nvPicPr>
          <p:cNvPr id="9" name="מציין מיקום תוכן 8" descr="תמונה שמכילה טקסט, תוכנה, גופן, דף אינטרנט&#10;&#10;התיאור נוצר באופן אוטומטי">
            <a:extLst>
              <a:ext uri="{FF2B5EF4-FFF2-40B4-BE49-F238E27FC236}">
                <a16:creationId xmlns:a16="http://schemas.microsoft.com/office/drawing/2014/main" id="{A9152645-EE0D-FDD5-648B-91B06F67F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116586"/>
            <a:ext cx="7886700" cy="3769416"/>
          </a:xfrm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C9957E8-1E9E-C3A6-6AA4-2D8509CE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7A88445-9549-AF00-500A-BC084F56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47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817197A-FD48-0233-6F99-A7C2B1039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607" y="-52628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E17650F7-ADBF-4121-89E8-3B0E266645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917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130AB2-CAA3-C06A-CBD5-FF807107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עיצוב-מסכים(דוחות)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3BC3B00-7BD2-8B7F-E4B3-E4E98C7F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9175F12-2C75-B767-5612-B56B8795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FAD3352-F4E4-1D1B-D0DC-5948CF66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48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EE1EBDD-E814-6989-F3D3-5FF5689DE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607" y="-52628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1B59139E-ACAE-9DE0-40F2-B6C9CE263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679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99281B-64A9-7A13-8C1F-156F4F431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10698"/>
            <a:ext cx="7886700" cy="1325563"/>
          </a:xfrm>
        </p:spPr>
        <p:txBody>
          <a:bodyPr/>
          <a:lstStyle/>
          <a:p>
            <a:pPr algn="ctr"/>
            <a:r>
              <a:rPr lang="he-IL" dirty="0"/>
              <a:t>שלב עיצוב- טבלת מבחן שימשי</a:t>
            </a:r>
          </a:p>
        </p:txBody>
      </p:sp>
      <p:sp>
        <p:nvSpPr>
          <p:cNvPr id="7" name="מציין מיקום של כותרת תחתונה 6">
            <a:extLst>
              <a:ext uri="{FF2B5EF4-FFF2-40B4-BE49-F238E27FC236}">
                <a16:creationId xmlns:a16="http://schemas.microsoft.com/office/drawing/2014/main" id="{C3C01A78-9C23-197F-B3EF-B2D8D78C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3379" y="6423252"/>
            <a:ext cx="3086100" cy="365125"/>
          </a:xfrm>
        </p:spPr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8" name="מציין מיקום של מספר שקופית 7">
            <a:extLst>
              <a:ext uri="{FF2B5EF4-FFF2-40B4-BE49-F238E27FC236}">
                <a16:creationId xmlns:a16="http://schemas.microsoft.com/office/drawing/2014/main" id="{0FDBC97F-F08B-05EE-B81E-8E8ACB12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49</a:t>
            </a:fld>
            <a:endParaRPr lang="he-IL"/>
          </a:p>
        </p:txBody>
      </p:sp>
      <p:graphicFrame>
        <p:nvGraphicFramePr>
          <p:cNvPr id="12" name="מציין מיקום תוכן 11">
            <a:extLst>
              <a:ext uri="{FF2B5EF4-FFF2-40B4-BE49-F238E27FC236}">
                <a16:creationId xmlns:a16="http://schemas.microsoft.com/office/drawing/2014/main" id="{962BB911-438A-30F1-0EF4-19A4725AFAB9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659556625"/>
              </p:ext>
            </p:extLst>
          </p:nvPr>
        </p:nvGraphicFramePr>
        <p:xfrm>
          <a:off x="968830" y="1894115"/>
          <a:ext cx="6760028" cy="459876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10593">
                  <a:extLst>
                    <a:ext uri="{9D8B030D-6E8A-4147-A177-3AD203B41FA5}">
                      <a16:colId xmlns:a16="http://schemas.microsoft.com/office/drawing/2014/main" val="1325677145"/>
                    </a:ext>
                  </a:extLst>
                </a:gridCol>
                <a:gridCol w="710593">
                  <a:extLst>
                    <a:ext uri="{9D8B030D-6E8A-4147-A177-3AD203B41FA5}">
                      <a16:colId xmlns:a16="http://schemas.microsoft.com/office/drawing/2014/main" val="1770066351"/>
                    </a:ext>
                  </a:extLst>
                </a:gridCol>
                <a:gridCol w="629089">
                  <a:extLst>
                    <a:ext uri="{9D8B030D-6E8A-4147-A177-3AD203B41FA5}">
                      <a16:colId xmlns:a16="http://schemas.microsoft.com/office/drawing/2014/main" val="2359360037"/>
                    </a:ext>
                  </a:extLst>
                </a:gridCol>
                <a:gridCol w="652309">
                  <a:extLst>
                    <a:ext uri="{9D8B030D-6E8A-4147-A177-3AD203B41FA5}">
                      <a16:colId xmlns:a16="http://schemas.microsoft.com/office/drawing/2014/main" val="3049795728"/>
                    </a:ext>
                  </a:extLst>
                </a:gridCol>
                <a:gridCol w="605750">
                  <a:extLst>
                    <a:ext uri="{9D8B030D-6E8A-4147-A177-3AD203B41FA5}">
                      <a16:colId xmlns:a16="http://schemas.microsoft.com/office/drawing/2014/main" val="805717699"/>
                    </a:ext>
                  </a:extLst>
                </a:gridCol>
                <a:gridCol w="710593">
                  <a:extLst>
                    <a:ext uri="{9D8B030D-6E8A-4147-A177-3AD203B41FA5}">
                      <a16:colId xmlns:a16="http://schemas.microsoft.com/office/drawing/2014/main" val="4043270304"/>
                    </a:ext>
                  </a:extLst>
                </a:gridCol>
                <a:gridCol w="710593">
                  <a:extLst>
                    <a:ext uri="{9D8B030D-6E8A-4147-A177-3AD203B41FA5}">
                      <a16:colId xmlns:a16="http://schemas.microsoft.com/office/drawing/2014/main" val="3215445494"/>
                    </a:ext>
                  </a:extLst>
                </a:gridCol>
                <a:gridCol w="710593">
                  <a:extLst>
                    <a:ext uri="{9D8B030D-6E8A-4147-A177-3AD203B41FA5}">
                      <a16:colId xmlns:a16="http://schemas.microsoft.com/office/drawing/2014/main" val="576438401"/>
                    </a:ext>
                  </a:extLst>
                </a:gridCol>
                <a:gridCol w="525499">
                  <a:extLst>
                    <a:ext uri="{9D8B030D-6E8A-4147-A177-3AD203B41FA5}">
                      <a16:colId xmlns:a16="http://schemas.microsoft.com/office/drawing/2014/main" val="385231477"/>
                    </a:ext>
                  </a:extLst>
                </a:gridCol>
                <a:gridCol w="794416">
                  <a:extLst>
                    <a:ext uri="{9D8B030D-6E8A-4147-A177-3AD203B41FA5}">
                      <a16:colId xmlns:a16="http://schemas.microsoft.com/office/drawing/2014/main" val="2461353146"/>
                    </a:ext>
                  </a:extLst>
                </a:gridCol>
              </a:tblGrid>
              <a:tr h="1041974">
                <a:tc gridSpan="3">
                  <a:txBody>
                    <a:bodyPr/>
                    <a:lstStyle/>
                    <a:p>
                      <a:pPr algn="l" rtl="0" fontAlgn="b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</a:p>
                    <a:p>
                      <a:pPr algn="r" rtl="1" fontAlgn="b"/>
                      <a:r>
                        <a:rPr lang="he-IL" sz="1600" u="none" strike="noStrike" dirty="0">
                          <a:effectLst/>
                        </a:rPr>
                        <a:t>משתתף 3</a:t>
                      </a:r>
                    </a:p>
                    <a:p>
                      <a:pPr algn="l" rtl="0" fontAlgn="b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rtl="1" fontAlgn="b"/>
                      <a:r>
                        <a:rPr lang="he-IL" sz="1000" u="none" strike="noStrike">
                          <a:effectLst/>
                        </a:rPr>
                        <a:t>משתתף 3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b"/>
                      <a:r>
                        <a:rPr lang="he-IL" sz="1000" u="none" strike="noStrike" dirty="0">
                          <a:effectLst/>
                        </a:rPr>
                        <a:t> 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</a:p>
                    <a:p>
                      <a:pPr algn="ctr" rtl="0" fontAlgn="b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</a:p>
                    <a:p>
                      <a:pPr algn="ctr" rtl="1" fontAlgn="b"/>
                      <a:r>
                        <a:rPr lang="he-IL" sz="1600" u="none" strike="noStrike" dirty="0">
                          <a:effectLst/>
                        </a:rPr>
                        <a:t>משתתף2</a:t>
                      </a:r>
                      <a:endParaRPr lang="he-IL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b"/>
                      <a:r>
                        <a:rPr lang="he-IL" sz="1000" u="none" strike="noStrike">
                          <a:effectLst/>
                        </a:rPr>
                        <a:t> 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rtl="1" fontAlgn="b"/>
                      <a:r>
                        <a:rPr lang="he-IL" sz="1000" u="none" strike="noStrike" dirty="0">
                          <a:effectLst/>
                        </a:rPr>
                        <a:t>משתתף2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</a:p>
                    <a:p>
                      <a:pPr algn="ctr" rtl="1" fontAlgn="b"/>
                      <a:r>
                        <a:rPr lang="he-IL" sz="1600" u="none" strike="noStrike" dirty="0">
                          <a:effectLst/>
                        </a:rPr>
                        <a:t>משתתף 1</a:t>
                      </a:r>
                    </a:p>
                    <a:p>
                      <a:pPr algn="ctr" rtl="0" fontAlgn="b"/>
                      <a:r>
                        <a:rPr lang="he-IL" sz="1600" u="none" strike="noStrike" dirty="0">
                          <a:effectLst/>
                        </a:rPr>
                        <a:t> </a:t>
                      </a:r>
                      <a:endParaRPr lang="he-IL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rtl="1" fontAlgn="b"/>
                      <a:r>
                        <a:rPr lang="he-IL" sz="1000" u="none" strike="noStrike" dirty="0">
                          <a:effectLst/>
                        </a:rPr>
                        <a:t>משתתף 1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b"/>
                      <a:r>
                        <a:rPr lang="he-IL" sz="1000" u="none" strike="noStrike" dirty="0">
                          <a:effectLst/>
                        </a:rPr>
                        <a:t> 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u="none" strike="noStrike" dirty="0">
                          <a:effectLst/>
                        </a:rPr>
                        <a:t> 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42216"/>
                  </a:ext>
                </a:extLst>
              </a:tr>
              <a:tr h="1173666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>
                          <a:effectLst/>
                        </a:rPr>
                        <a:t>מס נסיון3</a:t>
                      </a:r>
                      <a:endParaRPr lang="he-I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>
                          <a:effectLst/>
                        </a:rPr>
                        <a:t>מס נסיון2</a:t>
                      </a:r>
                      <a:endParaRPr lang="he-I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>
                          <a:effectLst/>
                        </a:rPr>
                        <a:t>מס נסיון1</a:t>
                      </a:r>
                      <a:endParaRPr lang="he-I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>
                          <a:effectLst/>
                        </a:rPr>
                        <a:t>מס נסיון3</a:t>
                      </a:r>
                      <a:endParaRPr lang="he-I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>
                          <a:effectLst/>
                        </a:rPr>
                        <a:t>מס נסיון2</a:t>
                      </a:r>
                      <a:endParaRPr lang="he-I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>
                          <a:effectLst/>
                        </a:rPr>
                        <a:t>מס נסיון1</a:t>
                      </a:r>
                      <a:endParaRPr lang="he-I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>
                          <a:effectLst/>
                        </a:rPr>
                        <a:t>מס נסיון3</a:t>
                      </a:r>
                      <a:endParaRPr lang="he-I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>
                          <a:effectLst/>
                        </a:rPr>
                        <a:t>מס נסיון2</a:t>
                      </a:r>
                      <a:endParaRPr lang="he-I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u="none" strike="noStrike" dirty="0">
                          <a:effectLst/>
                        </a:rPr>
                        <a:t>מס נסיון1</a:t>
                      </a:r>
                      <a:endParaRPr lang="he-IL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u="none" strike="noStrike" dirty="0">
                          <a:effectLst/>
                        </a:rPr>
                        <a:t> 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66102"/>
                  </a:ext>
                </a:extLst>
              </a:tr>
              <a:tr h="1173666"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2.23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1.2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2.23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1.4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3.13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3.26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2.28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2.2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1.44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u="none" strike="noStrike" dirty="0">
                          <a:effectLst/>
                        </a:rPr>
                        <a:t>זמן(דקות)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00185"/>
                  </a:ext>
                </a:extLst>
              </a:tr>
              <a:tr h="1209454"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1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1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0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0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3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0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1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1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u="none" strike="noStrike">
                          <a:effectLst/>
                        </a:rPr>
                        <a:t>0</a:t>
                      </a:r>
                      <a:endParaRPr lang="he-I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u="none" strike="noStrike" dirty="0">
                          <a:effectLst/>
                        </a:rPr>
                        <a:t>מספר טעיות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69" marR="3369" marT="336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49281"/>
                  </a:ext>
                </a:extLst>
              </a:tr>
            </a:tbl>
          </a:graphicData>
        </a:graphic>
      </p:graphicFrame>
      <p:pic>
        <p:nvPicPr>
          <p:cNvPr id="17" name="מציין מיקום תוכן 4">
            <a:extLst>
              <a:ext uri="{FF2B5EF4-FFF2-40B4-BE49-F238E27FC236}">
                <a16:creationId xmlns:a16="http://schemas.microsoft.com/office/drawing/2014/main" id="{CD2F45C0-5556-D6A3-1106-DA2B5F7B2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96"/>
            <a:ext cx="1091682" cy="746449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20B4DCF9-27CB-A695-8871-654C98AA8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533" y="-48531"/>
            <a:ext cx="837467" cy="72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145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75317E9-F0A9-08EC-01E1-15BD8BE38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 גרף מבחן שימשי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21B1E24-5243-E39D-45C0-5B5D9D30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2319DCD-7930-E192-9F5C-9017793F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50</a:t>
            </a:fld>
            <a:endParaRPr lang="he-IL"/>
          </a:p>
        </p:txBody>
      </p:sp>
      <p:graphicFrame>
        <p:nvGraphicFramePr>
          <p:cNvPr id="6" name="מציין מיקום תוכן 5">
            <a:extLst>
              <a:ext uri="{FF2B5EF4-FFF2-40B4-BE49-F238E27FC236}">
                <a16:creationId xmlns:a16="http://schemas.microsoft.com/office/drawing/2014/main" id="{37E13DA6-BA18-317B-8596-17715606D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88433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5BB80239-7942-4164-292D-9D8BFEA3D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1" y="0"/>
            <a:ext cx="1091682" cy="746449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748D368-B373-7B2A-FA98-209CE5DEC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533" y="10083"/>
            <a:ext cx="837467" cy="72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79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469692-1ACC-BCC7-853B-80309DD1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עיצוב- שאלות/סיכום מבחן שימשי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A709ADF-58F5-2E15-1284-4555615BE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האם היה קל למשתמש להבין ולמלא את המערכת?</a:t>
            </a:r>
          </a:p>
          <a:p>
            <a:r>
              <a:rPr lang="he-IL" dirty="0"/>
              <a:t>האם היה יעיל מבחינת זמן למלא את המערכת?</a:t>
            </a:r>
          </a:p>
          <a:p>
            <a:endParaRPr lang="he-IL" dirty="0"/>
          </a:p>
          <a:p>
            <a:r>
              <a:rPr lang="he-IL" b="1" dirty="0"/>
              <a:t>מסקנה:</a:t>
            </a:r>
            <a:r>
              <a:rPr lang="he-IL" dirty="0"/>
              <a:t> בדרך כלל שלושת המשתמשים הבינו איך לבצע את הניסניות בהצלחה, כמה מהמשתתפים התבלבלו בהרשמת תאריכים ותשלומים לכן לקח להם קצת זמן לרשום.</a:t>
            </a:r>
          </a:p>
          <a:p>
            <a:r>
              <a:rPr lang="he-IL" dirty="0"/>
              <a:t>בנוסף יכולים לראות שהמערכת היא פשוטה להבין אפילו לאנשים שלא השתמשו בחיים באקסייס , עם זאת יש מלא טעיות שצריך לתקן. 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B62917B-9689-BC89-51E4-0709071E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A90CA6E-C008-F715-A4A6-53D94E1E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3296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0AB2843-5A3D-4AC0-9B10-815C1F1A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120EE637-56DB-49BE-8F16-1CA689E9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52</a:t>
            </a:fld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9B3E4CFC-0889-4980-B9CC-1E4A5EC2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34" y="23433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he-IL" sz="6000" b="1" dirty="0"/>
              <a:t>שלב הפיתוח</a:t>
            </a:r>
          </a:p>
        </p:txBody>
      </p:sp>
    </p:spTree>
    <p:extLst>
      <p:ext uri="{BB962C8B-B14F-4D97-AF65-F5344CB8AC3E}">
        <p14:creationId xmlns:p14="http://schemas.microsoft.com/office/powerpoint/2010/main" val="22559967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CE7DFF-C518-48C8-9524-8F917E11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CCFAA30-9D76-4603-AF97-44B68977D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9B71427-30D3-4A21-8173-57F401F8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77E70F9-954E-4219-95C1-74AD3052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53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336533CD-5582-434F-949A-89E02B44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8D857F6F-7683-4B82-B8ED-A46410287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63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660ACA-2879-4F53-AA45-223EE30DD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/>
          <a:lstStyle/>
          <a:p>
            <a:pPr algn="ctr"/>
            <a:r>
              <a:rPr lang="he-IL" dirty="0"/>
              <a:t>תסריטי בדיקת לשתי יחידות</a:t>
            </a:r>
            <a:r>
              <a:rPr lang="en-US" dirty="0"/>
              <a:t>Units </a:t>
            </a:r>
            <a:r>
              <a:rPr lang="he-IL" dirty="0"/>
              <a:t> במערכת 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0DF6F4E-6E58-48DF-A1BC-41E466AF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EBE96FD-A38F-4283-9C2C-EC26812C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54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01F7DCF-DBCD-4ECE-82D9-D22FEF23D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4676F716-6A80-40EB-BFF5-7383099F9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BCB09E-3E5E-4B8D-A8DE-804308DF0D62}"/>
              </a:ext>
            </a:extLst>
          </p:cNvPr>
          <p:cNvSpPr txBox="1"/>
          <p:nvPr/>
        </p:nvSpPr>
        <p:spPr>
          <a:xfrm>
            <a:off x="720969" y="1848413"/>
            <a:ext cx="795703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תסריט אפשרי לבדוק תוכנה מסוג יחידה (</a:t>
            </a:r>
            <a:r>
              <a:rPr lang="en-US" dirty="0"/>
              <a:t>Unit</a:t>
            </a:r>
            <a:r>
              <a:rPr lang="he-IL" dirty="0"/>
              <a:t>) לרישום המדרכים במערכת 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יש להכניס למערכת את פרטי המדריכים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5AE027-3BD6-49B0-9D99-95C2DFB8F546}"/>
              </a:ext>
            </a:extLst>
          </p:cNvPr>
          <p:cNvSpPr txBox="1"/>
          <p:nvPr/>
        </p:nvSpPr>
        <p:spPr>
          <a:xfrm>
            <a:off x="1091681" y="3643154"/>
            <a:ext cx="72148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תוצאה: קבלת הודעת שגיאה על הזנת מספר טלפון, שם פרטי וגם סוג טיול . </a:t>
            </a: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3FEB7C2A-BBB3-47F5-B6E4-9DB28AA33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82" y="2652468"/>
            <a:ext cx="7214851" cy="990686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E7AF5F73-9783-4737-A6CA-8317B2B589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82" y="4227922"/>
            <a:ext cx="7214851" cy="15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478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FBB445-6A78-4E18-9C97-3F3C56E0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73" y="500062"/>
            <a:ext cx="8853854" cy="1325563"/>
          </a:xfrm>
        </p:spPr>
        <p:txBody>
          <a:bodyPr/>
          <a:lstStyle/>
          <a:p>
            <a:pPr algn="r"/>
            <a:r>
              <a:rPr lang="he-IL" dirty="0"/>
              <a:t>תסריטי בדיקת לשתי יחידות</a:t>
            </a:r>
            <a:r>
              <a:rPr lang="en-US" dirty="0"/>
              <a:t>System </a:t>
            </a:r>
            <a:r>
              <a:rPr lang="he-IL" dirty="0"/>
              <a:t> במערכת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204DC33-8BF8-432D-9D6C-8D739D32D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sz="1800" dirty="0">
                <a:solidFill>
                  <a:prstClr val="black"/>
                </a:solidFill>
              </a:rPr>
              <a:t>תסריט אפשרי לבדוק תוכנה מסוג מערכת (</a:t>
            </a:r>
            <a:r>
              <a:rPr lang="en-US" sz="1800" dirty="0">
                <a:solidFill>
                  <a:prstClr val="black"/>
                </a:solidFill>
              </a:rPr>
              <a:t>System</a:t>
            </a:r>
            <a:r>
              <a:rPr lang="he-IL" sz="1800" dirty="0">
                <a:solidFill>
                  <a:prstClr val="black"/>
                </a:solidFill>
              </a:rPr>
              <a:t>) לרישום המדרכים במערכת :</a:t>
            </a: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None/>
            </a:pPr>
            <a:endParaRPr lang="he-IL" sz="1800" dirty="0">
              <a:solidFill>
                <a:prstClr val="black"/>
              </a:solidFill>
            </a:endParaRP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None/>
            </a:pPr>
            <a:endParaRPr lang="he-IL" sz="18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3342592-88FC-4D93-AEA6-BC96BD89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C25839B-8E93-4755-BD59-10816D05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55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4F27D7C-11AF-4872-930C-7C5094961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D32D8966-BAD5-48BD-B40E-7CCDD02FC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9A835FAB-6E55-407E-9C5E-388113223E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499" y="2323702"/>
            <a:ext cx="7214851" cy="277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740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B9E67FD-4A5A-4FF5-9EBC-DC70F7D2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C3996B8-8CAA-4CC4-B1BD-217A0DB1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56</a:t>
            </a:fld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99910708-5B78-4141-8DC2-BBDB7820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34" y="23433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he-IL" sz="6000" b="1" dirty="0"/>
              <a:t>שלב סיכום</a:t>
            </a:r>
          </a:p>
        </p:txBody>
      </p:sp>
    </p:spTree>
    <p:extLst>
      <p:ext uri="{BB962C8B-B14F-4D97-AF65-F5344CB8AC3E}">
        <p14:creationId xmlns:p14="http://schemas.microsoft.com/office/powerpoint/2010/main" val="7891417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6A1599-9793-4BE1-B4A6-068F4C96A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59523"/>
            <a:ext cx="7886700" cy="43434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he-IL" dirty="0"/>
              <a:t>מטרה המרכזית היא להחליף השימוש הנוכחי באקסל למערכת מידע בחברת "טיול להנאתך".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e-IL" dirty="0"/>
              <a:t>להקל על המארגנת לנהל הטיולים והלקוחות בצורה מסודרת.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e-IL" dirty="0"/>
              <a:t>שמירת נתונים לשנים קודמות למניעת נתונים כפולות.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e-IL" dirty="0"/>
              <a:t>מניעת טעיות הקלדה.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e-IL" dirty="0"/>
              <a:t>מעכב אחרי הנתונים למניעת נתונים חסרים.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e-IL" dirty="0"/>
              <a:t>לקהל על המארגנת לדעת שביעות רצון הלקוחות ולשפר מיעילות הטיולים.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e-IL" dirty="0"/>
              <a:t>לקהל הפקת הדוחות.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F6395F4-E413-4515-8619-93D5CA94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CB8222F-B76F-4CC4-9FFA-FA05FCB4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57</a:t>
            </a:fld>
            <a:endParaRPr lang="he-IL"/>
          </a:p>
        </p:txBody>
      </p:sp>
      <p:sp>
        <p:nvSpPr>
          <p:cNvPr id="7" name="כותרת 6">
            <a:extLst>
              <a:ext uri="{FF2B5EF4-FFF2-40B4-BE49-F238E27FC236}">
                <a16:creationId xmlns:a16="http://schemas.microsoft.com/office/drawing/2014/main" id="{C9385557-DE5F-4D62-AF71-77451D917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950" y="365125"/>
            <a:ext cx="3532310" cy="560711"/>
          </a:xfrm>
        </p:spPr>
        <p:txBody>
          <a:bodyPr>
            <a:normAutofit/>
          </a:bodyPr>
          <a:lstStyle/>
          <a:p>
            <a:pPr algn="ctr"/>
            <a:r>
              <a:rPr lang="he-IL" sz="3200" b="1" dirty="0"/>
              <a:t>סיכום-מטרות הפרויקט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E4DB71E8-2CB7-4F39-862A-4B353F7F9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9" name="מציין מיקום תוכן 4">
            <a:extLst>
              <a:ext uri="{FF2B5EF4-FFF2-40B4-BE49-F238E27FC236}">
                <a16:creationId xmlns:a16="http://schemas.microsoft.com/office/drawing/2014/main" id="{DFC6E08F-797C-44CB-A653-2CD1B1F19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805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E9BA2B-0549-4CFB-9063-3C2A290F8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404" y="1044786"/>
            <a:ext cx="3875210" cy="64440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סיכום- מידות הצלחה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B59E53F-414D-495C-9A1E-DA613D877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51906"/>
            <a:ext cx="7886700" cy="15242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e-IL" sz="3200" dirty="0"/>
              <a:t>אם אנחנו רוצים למדוד מידות הצלחה של הפרויקט לפי מה שלמדנו בקורס ניתוח ועיצוב מערכות מידע עשינו את כל השלבים לפי מה שנדרש באופן מפורט ומוצלח.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F0B8606-23F6-4C10-AC13-126E10BA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CB5E022-F662-408B-A4C7-53C122F2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58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2AE23DD-54F1-4D2A-8ADE-D94F68F1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61EC7B67-9FAD-4C8C-A7B1-BEAC24C77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425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4BA07F-62BB-4DD4-A9FD-B91B3E04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D187FBC-90EE-4E07-8353-9BB2880D9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15289C1-4553-4327-B163-612D4A17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מערכת מידע לניהול הטיולים בחברת "טיול להנאתך"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957E95D-1E8B-485F-9295-166D3169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FA0C-1858-47C0-9E86-85B1D08E35F9}" type="slidenum">
              <a:rPr lang="he-IL" smtClean="0"/>
              <a:t>59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321B7B93-9BE9-4782-887A-09BE7DC72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533" y="1985"/>
            <a:ext cx="837467" cy="726281"/>
          </a:xfrm>
          <a:prstGeom prst="rect">
            <a:avLst/>
          </a:prstGeom>
        </p:spPr>
      </p:pic>
      <p:pic>
        <p:nvPicPr>
          <p:cNvPr id="7" name="מציין מיקום תוכן 4">
            <a:extLst>
              <a:ext uri="{FF2B5EF4-FFF2-40B4-BE49-F238E27FC236}">
                <a16:creationId xmlns:a16="http://schemas.microsoft.com/office/drawing/2014/main" id="{FB1E2F17-51E3-49B0-9BDC-DD59AF327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1682" cy="7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6888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3028</TotalTime>
  <Words>2577</Words>
  <Application>Microsoft Office PowerPoint</Application>
  <PresentationFormat>‫הצגה על המסך (4:3)</PresentationFormat>
  <Paragraphs>612</Paragraphs>
  <Slides>59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59</vt:i4>
      </vt:variant>
    </vt:vector>
  </HeadingPairs>
  <TitlesOfParts>
    <vt:vector size="66" baseType="lpstr">
      <vt:lpstr>Arial</vt:lpstr>
      <vt:lpstr>Calibri</vt:lpstr>
      <vt:lpstr>Calibri Light</vt:lpstr>
      <vt:lpstr>David</vt:lpstr>
      <vt:lpstr>Times New Roman</vt:lpstr>
      <vt:lpstr>Wingdings</vt:lpstr>
      <vt:lpstr>ערכת נושא Office</vt:lpstr>
      <vt:lpstr>מצגת של PowerPoint‏</vt:lpstr>
      <vt:lpstr>שלב התכנון</vt:lpstr>
      <vt:lpstr>תיאור הצורך במערכת מידע (ייזום)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מטרות הפרויקט-דרישות קריטית</vt:lpstr>
      <vt:lpstr>מטרות הפרויקט- מטרות משנה</vt:lpstr>
      <vt:lpstr>שיטת העבודה בפרויקט- שלבי העבודה בפרויקט</vt:lpstr>
      <vt:lpstr>מצגת של PowerPoint‏</vt:lpstr>
      <vt:lpstr>שיטת העבודה בפרויקט- תפקידי חברי הצוות בפרויקט</vt:lpstr>
      <vt:lpstr>שיטת העבודה בפרויקט- תרשים גאנט</vt:lpstr>
      <vt:lpstr>שלב הניתוח</vt:lpstr>
      <vt:lpstr>מצגת של PowerPoint‏</vt:lpstr>
      <vt:lpstr>מצגת של PowerPoint‏</vt:lpstr>
      <vt:lpstr>מצגת של PowerPoint‏</vt:lpstr>
      <vt:lpstr>מצגת של PowerPoint‏</vt:lpstr>
      <vt:lpstr>מסמכי DFD</vt:lpstr>
      <vt:lpstr>מצגת של PowerPoint‏</vt:lpstr>
      <vt:lpstr>מצגת של PowerPoint‏</vt:lpstr>
      <vt:lpstr>מצגת של PowerPoint‏</vt:lpstr>
      <vt:lpstr>מצגת של PowerPoint‏</vt:lpstr>
      <vt:lpstr>מסמכי DFD</vt:lpstr>
      <vt:lpstr>מצגת של PowerPoint‏</vt:lpstr>
      <vt:lpstr>מסמכי Use Case</vt:lpstr>
      <vt:lpstr>מסמכי Use Case</vt:lpstr>
      <vt:lpstr>מסמכי Use Case</vt:lpstr>
      <vt:lpstr>שלב העיצוב</vt:lpstr>
      <vt:lpstr>שלב עיצוב-טבלאות בסיס הנתונים</vt:lpstr>
      <vt:lpstr>שלב עיצוב-טבלאות בסיס הנתונים</vt:lpstr>
      <vt:lpstr>שלב עיצוב-טבלאות בסיס הנתונים</vt:lpstr>
      <vt:lpstr>שלב עיצוב-טבלאות בסיס הנתונים</vt:lpstr>
      <vt:lpstr>שלב עיצוב-טבלאות בסיס הנתונים</vt:lpstr>
      <vt:lpstr>שלב עיצוב-מסכים</vt:lpstr>
      <vt:lpstr>שלב עיצוב-מסכים</vt:lpstr>
      <vt:lpstr>שלב עיצוב-מסכים</vt:lpstr>
      <vt:lpstr>שלב עיצוב-מסכים</vt:lpstr>
      <vt:lpstr>שלב עיצוב-מסכים</vt:lpstr>
      <vt:lpstr>שלב עיצוב-מסכים</vt:lpstr>
      <vt:lpstr>שלב עיצוב-מסכים(טיולים)</vt:lpstr>
      <vt:lpstr>שלב עיצוב-מסכים(טיולים-המשך)</vt:lpstr>
      <vt:lpstr>שלב עיצוב-מסכים(טיולים-המשך)</vt:lpstr>
      <vt:lpstr>שלב עיצוב-מסכים(דוחות)</vt:lpstr>
      <vt:lpstr>שלב עיצוב-מסכים(דוחות)</vt:lpstr>
      <vt:lpstr>שלב עיצוב-מסכים(דוחות)</vt:lpstr>
      <vt:lpstr>שלב עיצוב-מסכים(דוחות)</vt:lpstr>
      <vt:lpstr>שלב עיצוב- טבלת מבחן שימשי</vt:lpstr>
      <vt:lpstr>שלב עיצוב- גרף מבחן שימשי</vt:lpstr>
      <vt:lpstr>שלב עיצוב- שאלות/סיכום מבחן שימשי</vt:lpstr>
      <vt:lpstr>שלב הפיתוח</vt:lpstr>
      <vt:lpstr>מצגת של PowerPoint‏</vt:lpstr>
      <vt:lpstr>תסריטי בדיקת לשתי יחידותUnits  במערכת </vt:lpstr>
      <vt:lpstr>תסריטי בדיקת לשתי יחידותSystem  במערכת </vt:lpstr>
      <vt:lpstr>שלב סיכום</vt:lpstr>
      <vt:lpstr>סיכום-מטרות הפרויקט</vt:lpstr>
      <vt:lpstr>סיכום- מידות הצלחה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מערכת מידע לניהול הטיולים בחברת "טיול להנאתך"</dc:title>
  <dc:creator>student</dc:creator>
  <cp:lastModifiedBy>sayedasia7@gmail.com</cp:lastModifiedBy>
  <cp:revision>181</cp:revision>
  <dcterms:created xsi:type="dcterms:W3CDTF">2023-05-11T11:28:38Z</dcterms:created>
  <dcterms:modified xsi:type="dcterms:W3CDTF">2023-06-14T21:16:44Z</dcterms:modified>
</cp:coreProperties>
</file>